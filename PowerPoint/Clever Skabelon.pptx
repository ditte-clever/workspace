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Ex1.xml" ContentType="application/vnd.ms-office.chartex+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4"/>
  </p:sldMasterIdLst>
  <p:notesMasterIdLst>
    <p:notesMasterId r:id="rId30"/>
  </p:notesMasterIdLst>
  <p:handoutMasterIdLst>
    <p:handoutMasterId r:id="rId31"/>
  </p:handoutMasterIdLst>
  <p:sldIdLst>
    <p:sldId id="280" r:id="rId5"/>
    <p:sldId id="315" r:id="rId6"/>
    <p:sldId id="288" r:id="rId7"/>
    <p:sldId id="314" r:id="rId8"/>
    <p:sldId id="256" r:id="rId9"/>
    <p:sldId id="293" r:id="rId10"/>
    <p:sldId id="291" r:id="rId11"/>
    <p:sldId id="292" r:id="rId12"/>
    <p:sldId id="311" r:id="rId13"/>
    <p:sldId id="279" r:id="rId14"/>
    <p:sldId id="268" r:id="rId15"/>
    <p:sldId id="266" r:id="rId16"/>
    <p:sldId id="290" r:id="rId17"/>
    <p:sldId id="267" r:id="rId18"/>
    <p:sldId id="269" r:id="rId19"/>
    <p:sldId id="271" r:id="rId20"/>
    <p:sldId id="272" r:id="rId21"/>
    <p:sldId id="305" r:id="rId22"/>
    <p:sldId id="313" r:id="rId23"/>
    <p:sldId id="310" r:id="rId24"/>
    <p:sldId id="312" r:id="rId25"/>
    <p:sldId id="316" r:id="rId26"/>
    <p:sldId id="317" r:id="rId27"/>
    <p:sldId id="260" r:id="rId28"/>
    <p:sldId id="259" r:id="rId29"/>
  </p:sldIdLst>
  <p:sldSz cx="12192000" cy="6858000"/>
  <p:notesSz cx="6858000" cy="9144000"/>
  <p:embeddedFontLst>
    <p:embeddedFont>
      <p:font typeface="Clever Sans OFFC" panose="020B0504050501040104" pitchFamily="34" charset="77"/>
      <p:regular r:id="rId32"/>
      <p:bold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5989" autoAdjust="0"/>
  </p:normalViewPr>
  <p:slideViewPr>
    <p:cSldViewPr snapToGrid="0" showGuides="1">
      <p:cViewPr varScale="1">
        <p:scale>
          <a:sx n="121" d="100"/>
          <a:sy n="121" d="100"/>
        </p:scale>
        <p:origin x="1096" y="16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2466" y="-59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a-DK"/>
        </a:p>
      </c:txPr>
    </c:title>
    <c:autoTitleDeleted val="0"/>
    <c:plotArea>
      <c:layout/>
      <c:barChart>
        <c:barDir val="col"/>
        <c:grouping val="clustered"/>
        <c:varyColors val="0"/>
        <c:ser>
          <c:idx val="0"/>
          <c:order val="0"/>
          <c:tx>
            <c:strRef>
              <c:f>'Ark1'!$B$1</c:f>
              <c:strCache>
                <c:ptCount val="1"/>
                <c:pt idx="0">
                  <c:v>Serie 1</c:v>
                </c:pt>
              </c:strCache>
            </c:strRef>
          </c:tx>
          <c:spPr>
            <a:solidFill>
              <a:schemeClr val="accent1"/>
            </a:solidFill>
            <a:ln>
              <a:noFill/>
            </a:ln>
            <a:effectLst/>
          </c:spPr>
          <c:invertIfNegative val="0"/>
          <c:cat>
            <c:strRef>
              <c:f>'Ark1'!$A$2:$A$5</c:f>
              <c:strCache>
                <c:ptCount val="4"/>
                <c:pt idx="0">
                  <c:v>Kategori 1</c:v>
                </c:pt>
                <c:pt idx="1">
                  <c:v>Kategori 2</c:v>
                </c:pt>
                <c:pt idx="2">
                  <c:v>Kategori 3</c:v>
                </c:pt>
                <c:pt idx="3">
                  <c:v>Kategori 4</c:v>
                </c:pt>
              </c:strCache>
            </c:strRef>
          </c:cat>
          <c:val>
            <c:numRef>
              <c:f>'Ark1'!$B$2:$B$5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DB-DC46-8351-305BD7E818A5}"/>
            </c:ext>
          </c:extLst>
        </c:ser>
        <c:ser>
          <c:idx val="1"/>
          <c:order val="1"/>
          <c:tx>
            <c:strRef>
              <c:f>'Ark1'!$C$1</c:f>
              <c:strCache>
                <c:ptCount val="1"/>
                <c:pt idx="0">
                  <c:v>Serie 2</c:v>
                </c:pt>
              </c:strCache>
            </c:strRef>
          </c:tx>
          <c:spPr>
            <a:solidFill>
              <a:schemeClr val="accent2"/>
            </a:solidFill>
            <a:ln>
              <a:noFill/>
            </a:ln>
            <a:effectLst/>
          </c:spPr>
          <c:invertIfNegative val="0"/>
          <c:cat>
            <c:strRef>
              <c:f>'Ark1'!$A$2:$A$5</c:f>
              <c:strCache>
                <c:ptCount val="4"/>
                <c:pt idx="0">
                  <c:v>Kategori 1</c:v>
                </c:pt>
                <c:pt idx="1">
                  <c:v>Kategori 2</c:v>
                </c:pt>
                <c:pt idx="2">
                  <c:v>Kategori 3</c:v>
                </c:pt>
                <c:pt idx="3">
                  <c:v>Kategori 4</c:v>
                </c:pt>
              </c:strCache>
            </c:strRef>
          </c:cat>
          <c:val>
            <c:numRef>
              <c:f>'Ark1'!$C$2:$C$5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4DB-DC46-8351-305BD7E818A5}"/>
            </c:ext>
          </c:extLst>
        </c:ser>
        <c:ser>
          <c:idx val="2"/>
          <c:order val="2"/>
          <c:tx>
            <c:strRef>
              <c:f>'Ark1'!$D$1</c:f>
              <c:strCache>
                <c:ptCount val="1"/>
                <c:pt idx="0">
                  <c:v>Serie 3</c:v>
                </c:pt>
              </c:strCache>
            </c:strRef>
          </c:tx>
          <c:spPr>
            <a:solidFill>
              <a:schemeClr val="accent3"/>
            </a:solidFill>
            <a:ln>
              <a:noFill/>
            </a:ln>
            <a:effectLst/>
          </c:spPr>
          <c:invertIfNegative val="0"/>
          <c:cat>
            <c:strRef>
              <c:f>'Ark1'!$A$2:$A$5</c:f>
              <c:strCache>
                <c:ptCount val="4"/>
                <c:pt idx="0">
                  <c:v>Kategori 1</c:v>
                </c:pt>
                <c:pt idx="1">
                  <c:v>Kategori 2</c:v>
                </c:pt>
                <c:pt idx="2">
                  <c:v>Kategori 3</c:v>
                </c:pt>
                <c:pt idx="3">
                  <c:v>Kategori 4</c:v>
                </c:pt>
              </c:strCache>
            </c:strRef>
          </c:cat>
          <c:val>
            <c:numRef>
              <c:f>'Ark1'!$D$2:$D$5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4DB-DC46-8351-305BD7E818A5}"/>
            </c:ext>
          </c:extLst>
        </c:ser>
        <c:ser>
          <c:idx val="3"/>
          <c:order val="3"/>
          <c:tx>
            <c:strRef>
              <c:f>'Ark1'!$E$1</c:f>
              <c:strCache>
                <c:ptCount val="1"/>
                <c:pt idx="0">
                  <c:v>Serie 32</c:v>
                </c:pt>
              </c:strCache>
            </c:strRef>
          </c:tx>
          <c:spPr>
            <a:solidFill>
              <a:schemeClr val="accent4"/>
            </a:solidFill>
            <a:ln>
              <a:noFill/>
            </a:ln>
            <a:effectLst/>
          </c:spPr>
          <c:invertIfNegative val="0"/>
          <c:cat>
            <c:strRef>
              <c:f>'Ark1'!$A$2:$A$5</c:f>
              <c:strCache>
                <c:ptCount val="4"/>
                <c:pt idx="0">
                  <c:v>Kategori 1</c:v>
                </c:pt>
                <c:pt idx="1">
                  <c:v>Kategori 2</c:v>
                </c:pt>
                <c:pt idx="2">
                  <c:v>Kategori 3</c:v>
                </c:pt>
                <c:pt idx="3">
                  <c:v>Kategori 4</c:v>
                </c:pt>
              </c:strCache>
            </c:strRef>
          </c:cat>
          <c:val>
            <c:numRef>
              <c:f>'Ark1'!$E$2:$E$5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3-F4DB-DC46-8351-305BD7E818A5}"/>
            </c:ext>
          </c:extLst>
        </c:ser>
        <c:ser>
          <c:idx val="4"/>
          <c:order val="4"/>
          <c:tx>
            <c:strRef>
              <c:f>'Ark1'!$F$1</c:f>
              <c:strCache>
                <c:ptCount val="1"/>
                <c:pt idx="0">
                  <c:v>Serie 33</c:v>
                </c:pt>
              </c:strCache>
            </c:strRef>
          </c:tx>
          <c:spPr>
            <a:solidFill>
              <a:schemeClr val="accent5"/>
            </a:solidFill>
            <a:ln>
              <a:noFill/>
            </a:ln>
            <a:effectLst/>
          </c:spPr>
          <c:invertIfNegative val="0"/>
          <c:cat>
            <c:strRef>
              <c:f>'Ark1'!$A$2:$A$5</c:f>
              <c:strCache>
                <c:ptCount val="4"/>
                <c:pt idx="0">
                  <c:v>Kategori 1</c:v>
                </c:pt>
                <c:pt idx="1">
                  <c:v>Kategori 2</c:v>
                </c:pt>
                <c:pt idx="2">
                  <c:v>Kategori 3</c:v>
                </c:pt>
                <c:pt idx="3">
                  <c:v>Kategori 4</c:v>
                </c:pt>
              </c:strCache>
            </c:strRef>
          </c:cat>
          <c:val>
            <c:numRef>
              <c:f>'Ark1'!$F$2:$F$5</c:f>
              <c:numCache>
                <c:formatCode>General</c:formatCode>
                <c:ptCount val="4"/>
                <c:pt idx="0">
                  <c:v>1</c:v>
                </c:pt>
                <c:pt idx="1">
                  <c:v>5</c:v>
                </c:pt>
                <c:pt idx="2">
                  <c:v>2</c:v>
                </c:pt>
                <c:pt idx="3">
                  <c:v>8</c:v>
                </c:pt>
              </c:numCache>
            </c:numRef>
          </c:val>
          <c:extLst>
            <c:ext xmlns:c16="http://schemas.microsoft.com/office/drawing/2014/chart" uri="{C3380CC4-5D6E-409C-BE32-E72D297353CC}">
              <c16:uniqueId val="{00000004-F4DB-DC46-8351-305BD7E818A5}"/>
            </c:ext>
          </c:extLst>
        </c:ser>
        <c:ser>
          <c:idx val="5"/>
          <c:order val="5"/>
          <c:tx>
            <c:strRef>
              <c:f>'Ark1'!$G$1</c:f>
              <c:strCache>
                <c:ptCount val="1"/>
                <c:pt idx="0">
                  <c:v>Serie 34</c:v>
                </c:pt>
              </c:strCache>
            </c:strRef>
          </c:tx>
          <c:spPr>
            <a:solidFill>
              <a:schemeClr val="accent6"/>
            </a:solidFill>
            <a:ln>
              <a:noFill/>
            </a:ln>
            <a:effectLst/>
          </c:spPr>
          <c:invertIfNegative val="0"/>
          <c:cat>
            <c:strRef>
              <c:f>'Ark1'!$A$2:$A$5</c:f>
              <c:strCache>
                <c:ptCount val="4"/>
                <c:pt idx="0">
                  <c:v>Kategori 1</c:v>
                </c:pt>
                <c:pt idx="1">
                  <c:v>Kategori 2</c:v>
                </c:pt>
                <c:pt idx="2">
                  <c:v>Kategori 3</c:v>
                </c:pt>
                <c:pt idx="3">
                  <c:v>Kategori 4</c:v>
                </c:pt>
              </c:strCache>
            </c:strRef>
          </c:cat>
          <c:val>
            <c:numRef>
              <c:f>'Ark1'!$G$2:$G$5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5-F4DB-DC46-8351-305BD7E818A5}"/>
            </c:ext>
          </c:extLst>
        </c:ser>
        <c:dLbls>
          <c:showLegendKey val="0"/>
          <c:showVal val="0"/>
          <c:showCatName val="0"/>
          <c:showSerName val="0"/>
          <c:showPercent val="0"/>
          <c:showBubbleSize val="0"/>
        </c:dLbls>
        <c:gapWidth val="219"/>
        <c:overlap val="-27"/>
        <c:axId val="69962512"/>
        <c:axId val="1663283151"/>
      </c:barChart>
      <c:catAx>
        <c:axId val="69962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a-DK"/>
          </a:p>
        </c:txPr>
        <c:crossAx val="1663283151"/>
        <c:crosses val="autoZero"/>
        <c:auto val="1"/>
        <c:lblAlgn val="ctr"/>
        <c:lblOffset val="100"/>
        <c:noMultiLvlLbl val="0"/>
      </c:catAx>
      <c:valAx>
        <c:axId val="16632831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a-DK"/>
          </a:p>
        </c:txPr>
        <c:crossAx val="699625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a-DK"/>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a-DK"/>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a-DK"/>
        </a:p>
      </c:txPr>
    </c:title>
    <c:autoTitleDeleted val="0"/>
    <c:plotArea>
      <c:layout/>
      <c:pieChart>
        <c:varyColors val="1"/>
        <c:ser>
          <c:idx val="0"/>
          <c:order val="0"/>
          <c:tx>
            <c:strRef>
              <c:f>'Ark1'!$B$1</c:f>
              <c:strCache>
                <c:ptCount val="1"/>
                <c:pt idx="0">
                  <c:v>Serie 1</c:v>
                </c:pt>
              </c:strCache>
            </c:strRef>
          </c:tx>
          <c:dPt>
            <c:idx val="0"/>
            <c:bubble3D val="0"/>
            <c:spPr>
              <a:solidFill>
                <a:schemeClr val="accent1"/>
              </a:solidFill>
              <a:ln>
                <a:noFill/>
              </a:ln>
              <a:effectLst/>
            </c:spPr>
            <c:extLst>
              <c:ext xmlns:c16="http://schemas.microsoft.com/office/drawing/2014/chart" uri="{C3380CC4-5D6E-409C-BE32-E72D297353CC}">
                <c16:uniqueId val="{00000001-C0C6-2140-93FF-7F2F205D4399}"/>
              </c:ext>
            </c:extLst>
          </c:dPt>
          <c:dPt>
            <c:idx val="1"/>
            <c:bubble3D val="0"/>
            <c:spPr>
              <a:solidFill>
                <a:schemeClr val="accent2"/>
              </a:solidFill>
              <a:ln>
                <a:noFill/>
              </a:ln>
              <a:effectLst/>
            </c:spPr>
            <c:extLst>
              <c:ext xmlns:c16="http://schemas.microsoft.com/office/drawing/2014/chart" uri="{C3380CC4-5D6E-409C-BE32-E72D297353CC}">
                <c16:uniqueId val="{00000003-C0C6-2140-93FF-7F2F205D4399}"/>
              </c:ext>
            </c:extLst>
          </c:dPt>
          <c:dPt>
            <c:idx val="2"/>
            <c:bubble3D val="0"/>
            <c:spPr>
              <a:solidFill>
                <a:schemeClr val="accent3"/>
              </a:solidFill>
              <a:ln>
                <a:noFill/>
              </a:ln>
              <a:effectLst/>
            </c:spPr>
            <c:extLst>
              <c:ext xmlns:c16="http://schemas.microsoft.com/office/drawing/2014/chart" uri="{C3380CC4-5D6E-409C-BE32-E72D297353CC}">
                <c16:uniqueId val="{00000005-C0C6-2140-93FF-7F2F205D4399}"/>
              </c:ext>
            </c:extLst>
          </c:dPt>
          <c:dPt>
            <c:idx val="3"/>
            <c:bubble3D val="0"/>
            <c:spPr>
              <a:solidFill>
                <a:schemeClr val="accent4"/>
              </a:solidFill>
              <a:ln>
                <a:noFill/>
              </a:ln>
              <a:effectLst/>
            </c:spPr>
            <c:extLst>
              <c:ext xmlns:c16="http://schemas.microsoft.com/office/drawing/2014/chart" uri="{C3380CC4-5D6E-409C-BE32-E72D297353CC}">
                <c16:uniqueId val="{00000007-C0C6-2140-93FF-7F2F205D4399}"/>
              </c:ext>
            </c:extLst>
          </c:dPt>
          <c:cat>
            <c:strRef>
              <c:f>'Ark1'!$A$2:$A$5</c:f>
              <c:strCache>
                <c:ptCount val="4"/>
                <c:pt idx="0">
                  <c:v>Kategori 1</c:v>
                </c:pt>
                <c:pt idx="1">
                  <c:v>Kategori 2</c:v>
                </c:pt>
                <c:pt idx="2">
                  <c:v>Kategori 3</c:v>
                </c:pt>
                <c:pt idx="3">
                  <c:v>Kategori 4</c:v>
                </c:pt>
              </c:strCache>
            </c:strRef>
          </c:cat>
          <c:val>
            <c:numRef>
              <c:f>'Ark1'!$B$2:$B$5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4DB-DC46-8351-305BD7E818A5}"/>
            </c:ext>
          </c:extLst>
        </c:ser>
        <c:ser>
          <c:idx val="1"/>
          <c:order val="1"/>
          <c:tx>
            <c:strRef>
              <c:f>'Ark1'!$C$1</c:f>
              <c:strCache>
                <c:ptCount val="1"/>
                <c:pt idx="0">
                  <c:v>Serie 2</c:v>
                </c:pt>
              </c:strCache>
            </c:strRef>
          </c:tx>
          <c:dPt>
            <c:idx val="0"/>
            <c:bubble3D val="0"/>
            <c:spPr>
              <a:solidFill>
                <a:schemeClr val="accent1"/>
              </a:solidFill>
              <a:ln>
                <a:noFill/>
              </a:ln>
              <a:effectLst/>
            </c:spPr>
            <c:extLst>
              <c:ext xmlns:c16="http://schemas.microsoft.com/office/drawing/2014/chart" uri="{C3380CC4-5D6E-409C-BE32-E72D297353CC}">
                <c16:uniqueId val="{00000009-C0C6-2140-93FF-7F2F205D4399}"/>
              </c:ext>
            </c:extLst>
          </c:dPt>
          <c:dPt>
            <c:idx val="1"/>
            <c:bubble3D val="0"/>
            <c:spPr>
              <a:solidFill>
                <a:schemeClr val="accent2"/>
              </a:solidFill>
              <a:ln>
                <a:noFill/>
              </a:ln>
              <a:effectLst/>
            </c:spPr>
            <c:extLst>
              <c:ext xmlns:c16="http://schemas.microsoft.com/office/drawing/2014/chart" uri="{C3380CC4-5D6E-409C-BE32-E72D297353CC}">
                <c16:uniqueId val="{0000000B-C0C6-2140-93FF-7F2F205D4399}"/>
              </c:ext>
            </c:extLst>
          </c:dPt>
          <c:dPt>
            <c:idx val="2"/>
            <c:bubble3D val="0"/>
            <c:spPr>
              <a:solidFill>
                <a:schemeClr val="accent3"/>
              </a:solidFill>
              <a:ln>
                <a:noFill/>
              </a:ln>
              <a:effectLst/>
            </c:spPr>
            <c:extLst>
              <c:ext xmlns:c16="http://schemas.microsoft.com/office/drawing/2014/chart" uri="{C3380CC4-5D6E-409C-BE32-E72D297353CC}">
                <c16:uniqueId val="{0000000D-C0C6-2140-93FF-7F2F205D4399}"/>
              </c:ext>
            </c:extLst>
          </c:dPt>
          <c:dPt>
            <c:idx val="3"/>
            <c:bubble3D val="0"/>
            <c:spPr>
              <a:solidFill>
                <a:schemeClr val="accent4"/>
              </a:solidFill>
              <a:ln>
                <a:noFill/>
              </a:ln>
              <a:effectLst/>
            </c:spPr>
            <c:extLst>
              <c:ext xmlns:c16="http://schemas.microsoft.com/office/drawing/2014/chart" uri="{C3380CC4-5D6E-409C-BE32-E72D297353CC}">
                <c16:uniqueId val="{0000000F-C0C6-2140-93FF-7F2F205D4399}"/>
              </c:ext>
            </c:extLst>
          </c:dPt>
          <c:cat>
            <c:strRef>
              <c:f>'Ark1'!$A$2:$A$5</c:f>
              <c:strCache>
                <c:ptCount val="4"/>
                <c:pt idx="0">
                  <c:v>Kategori 1</c:v>
                </c:pt>
                <c:pt idx="1">
                  <c:v>Kategori 2</c:v>
                </c:pt>
                <c:pt idx="2">
                  <c:v>Kategori 3</c:v>
                </c:pt>
                <c:pt idx="3">
                  <c:v>Kategori 4</c:v>
                </c:pt>
              </c:strCache>
            </c:strRef>
          </c:cat>
          <c:val>
            <c:numRef>
              <c:f>'Ark1'!$C$2:$C$5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4DB-DC46-8351-305BD7E818A5}"/>
            </c:ext>
          </c:extLst>
        </c:ser>
        <c:ser>
          <c:idx val="2"/>
          <c:order val="2"/>
          <c:tx>
            <c:strRef>
              <c:f>'Ark1'!$D$1</c:f>
              <c:strCache>
                <c:ptCount val="1"/>
                <c:pt idx="0">
                  <c:v>Serie 3</c:v>
                </c:pt>
              </c:strCache>
            </c:strRef>
          </c:tx>
          <c:dPt>
            <c:idx val="0"/>
            <c:bubble3D val="0"/>
            <c:spPr>
              <a:solidFill>
                <a:schemeClr val="accent1"/>
              </a:solidFill>
              <a:ln>
                <a:noFill/>
              </a:ln>
              <a:effectLst/>
            </c:spPr>
            <c:extLst>
              <c:ext xmlns:c16="http://schemas.microsoft.com/office/drawing/2014/chart" uri="{C3380CC4-5D6E-409C-BE32-E72D297353CC}">
                <c16:uniqueId val="{00000011-C0C6-2140-93FF-7F2F205D4399}"/>
              </c:ext>
            </c:extLst>
          </c:dPt>
          <c:dPt>
            <c:idx val="1"/>
            <c:bubble3D val="0"/>
            <c:spPr>
              <a:solidFill>
                <a:schemeClr val="accent2"/>
              </a:solidFill>
              <a:ln>
                <a:noFill/>
              </a:ln>
              <a:effectLst/>
            </c:spPr>
            <c:extLst>
              <c:ext xmlns:c16="http://schemas.microsoft.com/office/drawing/2014/chart" uri="{C3380CC4-5D6E-409C-BE32-E72D297353CC}">
                <c16:uniqueId val="{00000013-C0C6-2140-93FF-7F2F205D4399}"/>
              </c:ext>
            </c:extLst>
          </c:dPt>
          <c:dPt>
            <c:idx val="2"/>
            <c:bubble3D val="0"/>
            <c:spPr>
              <a:solidFill>
                <a:schemeClr val="accent3"/>
              </a:solidFill>
              <a:ln>
                <a:noFill/>
              </a:ln>
              <a:effectLst/>
            </c:spPr>
            <c:extLst>
              <c:ext xmlns:c16="http://schemas.microsoft.com/office/drawing/2014/chart" uri="{C3380CC4-5D6E-409C-BE32-E72D297353CC}">
                <c16:uniqueId val="{00000015-C0C6-2140-93FF-7F2F205D4399}"/>
              </c:ext>
            </c:extLst>
          </c:dPt>
          <c:dPt>
            <c:idx val="3"/>
            <c:bubble3D val="0"/>
            <c:spPr>
              <a:solidFill>
                <a:schemeClr val="accent4"/>
              </a:solidFill>
              <a:ln>
                <a:noFill/>
              </a:ln>
              <a:effectLst/>
            </c:spPr>
            <c:extLst>
              <c:ext xmlns:c16="http://schemas.microsoft.com/office/drawing/2014/chart" uri="{C3380CC4-5D6E-409C-BE32-E72D297353CC}">
                <c16:uniqueId val="{00000017-C0C6-2140-93FF-7F2F205D4399}"/>
              </c:ext>
            </c:extLst>
          </c:dPt>
          <c:cat>
            <c:strRef>
              <c:f>'Ark1'!$A$2:$A$5</c:f>
              <c:strCache>
                <c:ptCount val="4"/>
                <c:pt idx="0">
                  <c:v>Kategori 1</c:v>
                </c:pt>
                <c:pt idx="1">
                  <c:v>Kategori 2</c:v>
                </c:pt>
                <c:pt idx="2">
                  <c:v>Kategori 3</c:v>
                </c:pt>
                <c:pt idx="3">
                  <c:v>Kategori 4</c:v>
                </c:pt>
              </c:strCache>
            </c:strRef>
          </c:cat>
          <c:val>
            <c:numRef>
              <c:f>'Ark1'!$D$2:$D$5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4DB-DC46-8351-305BD7E818A5}"/>
            </c:ext>
          </c:extLst>
        </c:ser>
        <c:ser>
          <c:idx val="3"/>
          <c:order val="3"/>
          <c:tx>
            <c:strRef>
              <c:f>'Ark1'!$E$1</c:f>
              <c:strCache>
                <c:ptCount val="1"/>
                <c:pt idx="0">
                  <c:v>Serie 32</c:v>
                </c:pt>
              </c:strCache>
            </c:strRef>
          </c:tx>
          <c:dPt>
            <c:idx val="0"/>
            <c:bubble3D val="0"/>
            <c:spPr>
              <a:solidFill>
                <a:schemeClr val="accent1"/>
              </a:solidFill>
              <a:ln>
                <a:noFill/>
              </a:ln>
              <a:effectLst/>
            </c:spPr>
            <c:extLst>
              <c:ext xmlns:c16="http://schemas.microsoft.com/office/drawing/2014/chart" uri="{C3380CC4-5D6E-409C-BE32-E72D297353CC}">
                <c16:uniqueId val="{00000019-C0C6-2140-93FF-7F2F205D4399}"/>
              </c:ext>
            </c:extLst>
          </c:dPt>
          <c:dPt>
            <c:idx val="1"/>
            <c:bubble3D val="0"/>
            <c:spPr>
              <a:solidFill>
                <a:schemeClr val="accent2"/>
              </a:solidFill>
              <a:ln>
                <a:noFill/>
              </a:ln>
              <a:effectLst/>
            </c:spPr>
            <c:extLst>
              <c:ext xmlns:c16="http://schemas.microsoft.com/office/drawing/2014/chart" uri="{C3380CC4-5D6E-409C-BE32-E72D297353CC}">
                <c16:uniqueId val="{0000001B-C0C6-2140-93FF-7F2F205D4399}"/>
              </c:ext>
            </c:extLst>
          </c:dPt>
          <c:dPt>
            <c:idx val="2"/>
            <c:bubble3D val="0"/>
            <c:spPr>
              <a:solidFill>
                <a:schemeClr val="accent3"/>
              </a:solidFill>
              <a:ln>
                <a:noFill/>
              </a:ln>
              <a:effectLst/>
            </c:spPr>
            <c:extLst>
              <c:ext xmlns:c16="http://schemas.microsoft.com/office/drawing/2014/chart" uri="{C3380CC4-5D6E-409C-BE32-E72D297353CC}">
                <c16:uniqueId val="{0000001D-C0C6-2140-93FF-7F2F205D4399}"/>
              </c:ext>
            </c:extLst>
          </c:dPt>
          <c:dPt>
            <c:idx val="3"/>
            <c:bubble3D val="0"/>
            <c:spPr>
              <a:solidFill>
                <a:schemeClr val="accent4"/>
              </a:solidFill>
              <a:ln>
                <a:noFill/>
              </a:ln>
              <a:effectLst/>
            </c:spPr>
            <c:extLst>
              <c:ext xmlns:c16="http://schemas.microsoft.com/office/drawing/2014/chart" uri="{C3380CC4-5D6E-409C-BE32-E72D297353CC}">
                <c16:uniqueId val="{0000001F-C0C6-2140-93FF-7F2F205D4399}"/>
              </c:ext>
            </c:extLst>
          </c:dPt>
          <c:cat>
            <c:strRef>
              <c:f>'Ark1'!$A$2:$A$5</c:f>
              <c:strCache>
                <c:ptCount val="4"/>
                <c:pt idx="0">
                  <c:v>Kategori 1</c:v>
                </c:pt>
                <c:pt idx="1">
                  <c:v>Kategori 2</c:v>
                </c:pt>
                <c:pt idx="2">
                  <c:v>Kategori 3</c:v>
                </c:pt>
                <c:pt idx="3">
                  <c:v>Kategori 4</c:v>
                </c:pt>
              </c:strCache>
            </c:strRef>
          </c:cat>
          <c:val>
            <c:numRef>
              <c:f>'Ark1'!$E$2:$E$5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3-F4DB-DC46-8351-305BD7E818A5}"/>
            </c:ext>
          </c:extLst>
        </c:ser>
        <c:ser>
          <c:idx val="4"/>
          <c:order val="4"/>
          <c:tx>
            <c:strRef>
              <c:f>'Ark1'!$F$1</c:f>
              <c:strCache>
                <c:ptCount val="1"/>
                <c:pt idx="0">
                  <c:v>Serie 33</c:v>
                </c:pt>
              </c:strCache>
            </c:strRef>
          </c:tx>
          <c:dPt>
            <c:idx val="0"/>
            <c:bubble3D val="0"/>
            <c:spPr>
              <a:solidFill>
                <a:schemeClr val="accent1"/>
              </a:solidFill>
              <a:ln>
                <a:noFill/>
              </a:ln>
              <a:effectLst/>
            </c:spPr>
            <c:extLst>
              <c:ext xmlns:c16="http://schemas.microsoft.com/office/drawing/2014/chart" uri="{C3380CC4-5D6E-409C-BE32-E72D297353CC}">
                <c16:uniqueId val="{00000021-C0C6-2140-93FF-7F2F205D4399}"/>
              </c:ext>
            </c:extLst>
          </c:dPt>
          <c:dPt>
            <c:idx val="1"/>
            <c:bubble3D val="0"/>
            <c:spPr>
              <a:solidFill>
                <a:schemeClr val="accent2"/>
              </a:solidFill>
              <a:ln>
                <a:noFill/>
              </a:ln>
              <a:effectLst/>
            </c:spPr>
            <c:extLst>
              <c:ext xmlns:c16="http://schemas.microsoft.com/office/drawing/2014/chart" uri="{C3380CC4-5D6E-409C-BE32-E72D297353CC}">
                <c16:uniqueId val="{00000023-C0C6-2140-93FF-7F2F205D4399}"/>
              </c:ext>
            </c:extLst>
          </c:dPt>
          <c:dPt>
            <c:idx val="2"/>
            <c:bubble3D val="0"/>
            <c:spPr>
              <a:solidFill>
                <a:schemeClr val="accent3"/>
              </a:solidFill>
              <a:ln>
                <a:noFill/>
              </a:ln>
              <a:effectLst/>
            </c:spPr>
            <c:extLst>
              <c:ext xmlns:c16="http://schemas.microsoft.com/office/drawing/2014/chart" uri="{C3380CC4-5D6E-409C-BE32-E72D297353CC}">
                <c16:uniqueId val="{00000025-C0C6-2140-93FF-7F2F205D4399}"/>
              </c:ext>
            </c:extLst>
          </c:dPt>
          <c:dPt>
            <c:idx val="3"/>
            <c:bubble3D val="0"/>
            <c:spPr>
              <a:solidFill>
                <a:schemeClr val="accent4"/>
              </a:solidFill>
              <a:ln>
                <a:noFill/>
              </a:ln>
              <a:effectLst/>
            </c:spPr>
            <c:extLst>
              <c:ext xmlns:c16="http://schemas.microsoft.com/office/drawing/2014/chart" uri="{C3380CC4-5D6E-409C-BE32-E72D297353CC}">
                <c16:uniqueId val="{00000027-C0C6-2140-93FF-7F2F205D4399}"/>
              </c:ext>
            </c:extLst>
          </c:dPt>
          <c:cat>
            <c:strRef>
              <c:f>'Ark1'!$A$2:$A$5</c:f>
              <c:strCache>
                <c:ptCount val="4"/>
                <c:pt idx="0">
                  <c:v>Kategori 1</c:v>
                </c:pt>
                <c:pt idx="1">
                  <c:v>Kategori 2</c:v>
                </c:pt>
                <c:pt idx="2">
                  <c:v>Kategori 3</c:v>
                </c:pt>
                <c:pt idx="3">
                  <c:v>Kategori 4</c:v>
                </c:pt>
              </c:strCache>
            </c:strRef>
          </c:cat>
          <c:val>
            <c:numRef>
              <c:f>'Ark1'!$F$2:$F$5</c:f>
              <c:numCache>
                <c:formatCode>General</c:formatCode>
                <c:ptCount val="4"/>
                <c:pt idx="0">
                  <c:v>1</c:v>
                </c:pt>
                <c:pt idx="1">
                  <c:v>5</c:v>
                </c:pt>
                <c:pt idx="2">
                  <c:v>2</c:v>
                </c:pt>
                <c:pt idx="3">
                  <c:v>8</c:v>
                </c:pt>
              </c:numCache>
            </c:numRef>
          </c:val>
          <c:extLst>
            <c:ext xmlns:c16="http://schemas.microsoft.com/office/drawing/2014/chart" uri="{C3380CC4-5D6E-409C-BE32-E72D297353CC}">
              <c16:uniqueId val="{00000004-F4DB-DC46-8351-305BD7E818A5}"/>
            </c:ext>
          </c:extLst>
        </c:ser>
        <c:ser>
          <c:idx val="5"/>
          <c:order val="5"/>
          <c:tx>
            <c:strRef>
              <c:f>'Ark1'!$G$1</c:f>
              <c:strCache>
                <c:ptCount val="1"/>
                <c:pt idx="0">
                  <c:v>Serie 34</c:v>
                </c:pt>
              </c:strCache>
            </c:strRef>
          </c:tx>
          <c:dPt>
            <c:idx val="0"/>
            <c:bubble3D val="0"/>
            <c:spPr>
              <a:solidFill>
                <a:schemeClr val="accent1"/>
              </a:solidFill>
              <a:ln>
                <a:noFill/>
              </a:ln>
              <a:effectLst/>
            </c:spPr>
            <c:extLst>
              <c:ext xmlns:c16="http://schemas.microsoft.com/office/drawing/2014/chart" uri="{C3380CC4-5D6E-409C-BE32-E72D297353CC}">
                <c16:uniqueId val="{00000029-C0C6-2140-93FF-7F2F205D4399}"/>
              </c:ext>
            </c:extLst>
          </c:dPt>
          <c:dPt>
            <c:idx val="1"/>
            <c:bubble3D val="0"/>
            <c:spPr>
              <a:solidFill>
                <a:schemeClr val="accent2"/>
              </a:solidFill>
              <a:ln>
                <a:noFill/>
              </a:ln>
              <a:effectLst/>
            </c:spPr>
            <c:extLst>
              <c:ext xmlns:c16="http://schemas.microsoft.com/office/drawing/2014/chart" uri="{C3380CC4-5D6E-409C-BE32-E72D297353CC}">
                <c16:uniqueId val="{0000002B-C0C6-2140-93FF-7F2F205D4399}"/>
              </c:ext>
            </c:extLst>
          </c:dPt>
          <c:dPt>
            <c:idx val="2"/>
            <c:bubble3D val="0"/>
            <c:spPr>
              <a:solidFill>
                <a:schemeClr val="accent3"/>
              </a:solidFill>
              <a:ln>
                <a:noFill/>
              </a:ln>
              <a:effectLst/>
            </c:spPr>
            <c:extLst>
              <c:ext xmlns:c16="http://schemas.microsoft.com/office/drawing/2014/chart" uri="{C3380CC4-5D6E-409C-BE32-E72D297353CC}">
                <c16:uniqueId val="{0000002D-C0C6-2140-93FF-7F2F205D4399}"/>
              </c:ext>
            </c:extLst>
          </c:dPt>
          <c:dPt>
            <c:idx val="3"/>
            <c:bubble3D val="0"/>
            <c:spPr>
              <a:solidFill>
                <a:schemeClr val="accent4"/>
              </a:solidFill>
              <a:ln>
                <a:noFill/>
              </a:ln>
              <a:effectLst/>
            </c:spPr>
            <c:extLst>
              <c:ext xmlns:c16="http://schemas.microsoft.com/office/drawing/2014/chart" uri="{C3380CC4-5D6E-409C-BE32-E72D297353CC}">
                <c16:uniqueId val="{0000002F-C0C6-2140-93FF-7F2F205D4399}"/>
              </c:ext>
            </c:extLst>
          </c:dPt>
          <c:cat>
            <c:strRef>
              <c:f>'Ark1'!$A$2:$A$5</c:f>
              <c:strCache>
                <c:ptCount val="4"/>
                <c:pt idx="0">
                  <c:v>Kategori 1</c:v>
                </c:pt>
                <c:pt idx="1">
                  <c:v>Kategori 2</c:v>
                </c:pt>
                <c:pt idx="2">
                  <c:v>Kategori 3</c:v>
                </c:pt>
                <c:pt idx="3">
                  <c:v>Kategori 4</c:v>
                </c:pt>
              </c:strCache>
            </c:strRef>
          </c:cat>
          <c:val>
            <c:numRef>
              <c:f>'Ark1'!$G$2:$G$5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5-F4DB-DC46-8351-305BD7E818A5}"/>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a-DK"/>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a-DK"/>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'Ark1'!$A$2:$A$5</cx:f>
        <cx:lvl ptCount="4">
          <cx:pt idx="0">Kategori 1</cx:pt>
          <cx:pt idx="1">Kategori 2</cx:pt>
          <cx:pt idx="2">Kategori 3</cx:pt>
          <cx:pt idx="3">Kategori 4</cx:pt>
        </cx:lvl>
      </cx:strDim>
      <cx:numDim type="size">
        <cx:f dir="row">'Ark1'!$B$2:$B$5</cx:f>
        <cx:lvl ptCount="4" formatCode="General">
          <cx:pt idx="0">4.2999999999999998</cx:pt>
          <cx:pt idx="1">2.5</cx:pt>
          <cx:pt idx="2">3.5</cx:pt>
          <cx:pt idx="3">4.5</cx:pt>
        </cx:lvl>
      </cx:numDim>
    </cx:data>
    <cx:data id="1">
      <cx:strDim type="cat">
        <cx:f dir="row">'Ark1'!$A$2:$A$5</cx:f>
        <cx:lvl ptCount="4">
          <cx:pt idx="0">Kategori 1</cx:pt>
          <cx:pt idx="1">Kategori 2</cx:pt>
          <cx:pt idx="2">Kategori 3</cx:pt>
          <cx:pt idx="3">Kategori 4</cx:pt>
        </cx:lvl>
      </cx:strDim>
      <cx:numDim type="size">
        <cx:f dir="row">'Ark1'!$C$2:$C$5</cx:f>
        <cx:lvl ptCount="4" formatCode="General">
          <cx:pt idx="0">2.3999999999999999</cx:pt>
          <cx:pt idx="1">4.4000000000000004</cx:pt>
          <cx:pt idx="2">1.8</cx:pt>
          <cx:pt idx="3">2.7999999999999998</cx:pt>
        </cx:lvl>
      </cx:numDim>
    </cx:data>
    <cx:data id="2">
      <cx:strDim type="cat">
        <cx:f dir="row">'Ark1'!$A$2:$A$5</cx:f>
        <cx:lvl ptCount="4">
          <cx:pt idx="0">Kategori 1</cx:pt>
          <cx:pt idx="1">Kategori 2</cx:pt>
          <cx:pt idx="2">Kategori 3</cx:pt>
          <cx:pt idx="3">Kategori 4</cx:pt>
        </cx:lvl>
      </cx:strDim>
      <cx:numDim type="size">
        <cx:f dir="row">'Ark1'!$D$2:$D$5</cx:f>
        <cx:lvl ptCount="4" formatCode="General">
          <cx:pt idx="0">2</cx:pt>
          <cx:pt idx="1">2</cx:pt>
          <cx:pt idx="2">3</cx:pt>
          <cx:pt idx="3">5</cx:pt>
        </cx:lvl>
      </cx:numDim>
    </cx:data>
    <cx:data id="3">
      <cx:strDim type="cat">
        <cx:f dir="row">'Ark1'!$A$2:$A$5</cx:f>
        <cx:lvl ptCount="4">
          <cx:pt idx="0">Kategori 1</cx:pt>
          <cx:pt idx="1">Kategori 2</cx:pt>
          <cx:pt idx="2">Kategori 3</cx:pt>
          <cx:pt idx="3">Kategori 4</cx:pt>
        </cx:lvl>
      </cx:strDim>
      <cx:numDim type="size">
        <cx:f dir="row">'Ark1'!$E$2:$E$5</cx:f>
        <cx:lvl ptCount="4" formatCode="General">
          <cx:pt idx="0">2</cx:pt>
          <cx:pt idx="1">2</cx:pt>
          <cx:pt idx="2">3</cx:pt>
          <cx:pt idx="3">5</cx:pt>
        </cx:lvl>
      </cx:numDim>
    </cx:data>
    <cx:data id="4">
      <cx:strDim type="cat">
        <cx:f dir="row">'Ark1'!$A$2:$A$5</cx:f>
        <cx:lvl ptCount="4">
          <cx:pt idx="0">Kategori 1</cx:pt>
          <cx:pt idx="1">Kategori 2</cx:pt>
          <cx:pt idx="2">Kategori 3</cx:pt>
          <cx:pt idx="3">Kategori 4</cx:pt>
        </cx:lvl>
      </cx:strDim>
      <cx:numDim type="size">
        <cx:f dir="row">'Ark1'!$F$2:$F$5</cx:f>
        <cx:lvl ptCount="4" formatCode="General">
          <cx:pt idx="0">1</cx:pt>
          <cx:pt idx="1">5</cx:pt>
          <cx:pt idx="2">2</cx:pt>
          <cx:pt idx="3">8</cx:pt>
        </cx:lvl>
      </cx:numDim>
    </cx:data>
    <cx:data id="5">
      <cx:strDim type="cat">
        <cx:f dir="row">'Ark1'!$A$2:$A$5</cx:f>
        <cx:lvl ptCount="4">
          <cx:pt idx="0">Kategori 1</cx:pt>
          <cx:pt idx="1">Kategori 2</cx:pt>
          <cx:pt idx="2">Kategori 3</cx:pt>
          <cx:pt idx="3">Kategori 4</cx:pt>
        </cx:lvl>
      </cx:strDim>
      <cx:numDim type="size">
        <cx:f dir="row">'Ark1'!$G$2:$G$5</cx:f>
        <cx:lvl ptCount="4" formatCode="General">
          <cx:pt idx="0">2</cx:pt>
          <cx:pt idx="1">2</cx:pt>
          <cx:pt idx="2">3</cx:pt>
          <cx:pt idx="3">5</cx:pt>
        </cx:lvl>
      </cx:numDim>
    </cx:data>
  </cx:chartData>
  <cx:chart>
    <cx:title pos="t" align="ctr" overlay="0">
      <cx:tx>
        <cx:txData>
          <cx:v>Serie 1</cx:v>
        </cx:txData>
      </cx:tx>
      <cx:txPr>
        <a:bodyPr rot="0" spcFirstLastPara="1" vertOverflow="ellipsis" vert="horz" wrap="square" lIns="38100" tIns="19050" rIns="38100" bIns="19050" anchor="ctr" anchorCtr="1" compatLnSpc="0"/>
        <a:lstStyle/>
        <a:p>
          <a:pPr algn="ctr" rtl="0">
            <a:defRPr sz="1862" b="0" i="0" u="none" strike="noStrike" kern="1200" spc="0" baseline="0">
              <a:solidFill>
                <a:srgbClr val="000000">
                  <a:lumMod val="65000"/>
                  <a:lumOff val="35000"/>
                </a:srgbClr>
              </a:solidFill>
              <a:latin typeface="+mn-lt"/>
              <a:ea typeface="+mn-ea"/>
              <a:cs typeface="+mn-cs"/>
            </a:defRPr>
          </a:pPr>
          <a:r>
            <a:rPr kumimoji="0" lang="en-US" sz="1862" b="0" i="0" u="none" strike="noStrike" kern="1200" cap="none" spc="0" normalizeH="0" baseline="0" noProof="0" dirty="0">
              <a:ln>
                <a:noFill/>
              </a:ln>
              <a:solidFill>
                <a:srgbClr val="000000">
                  <a:lumMod val="65000"/>
                  <a:lumOff val="35000"/>
                </a:srgbClr>
              </a:solidFill>
              <a:effectLst/>
              <a:uLnTx/>
              <a:uFillTx/>
              <a:latin typeface="Clever Sans OFFC" panose="020B0504050501040104" pitchFamily="34" charset="0"/>
            </a:rPr>
            <a:t>Serie 1</a:t>
          </a:r>
        </a:p>
      </cx:txPr>
    </cx:title>
    <cx:plotArea>
      <cx:plotAreaRegion>
        <cx:series layoutId="sunburst" uniqueId="{5B6EB323-A92C-BA47-976D-F0FAAFE7BE7A}" formatIdx="0">
          <cx:tx>
            <cx:txData>
              <cx:f>'Ark1'!$B$1</cx:f>
              <cx:v>Serie 1</cx:v>
            </cx:txData>
          </cx:tx>
          <cx:dataId val="0"/>
        </cx:series>
        <cx:series layoutId="sunburst" hidden="1" uniqueId="{3FEEB83E-740C-064F-9940-1C94249D3AA3}" formatIdx="1">
          <cx:tx>
            <cx:txData>
              <cx:f>'Ark1'!$C$1</cx:f>
              <cx:v>Serie 2</cx:v>
            </cx:txData>
          </cx:tx>
          <cx:dataId val="1"/>
        </cx:series>
        <cx:series layoutId="sunburst" hidden="1" uniqueId="{B217C2EA-0DEC-7146-BAF4-C990F136D926}" formatIdx="2">
          <cx:tx>
            <cx:txData>
              <cx:f>'Ark1'!$D$1</cx:f>
              <cx:v>Serie 3</cx:v>
            </cx:txData>
          </cx:tx>
          <cx:dataId val="2"/>
        </cx:series>
        <cx:series layoutId="sunburst" hidden="1" uniqueId="{91C10108-62CA-BF49-A34F-2DC33E4E4916}" formatIdx="3">
          <cx:tx>
            <cx:txData>
              <cx:f>'Ark1'!$E$1</cx:f>
              <cx:v>Serie 32</cx:v>
            </cx:txData>
          </cx:tx>
          <cx:dataId val="3"/>
        </cx:series>
        <cx:series layoutId="sunburst" hidden="1" uniqueId="{5FDDDD1F-2FD1-FC49-AE1F-9F864A877389}" formatIdx="4">
          <cx:tx>
            <cx:txData>
              <cx:f>'Ark1'!$F$1</cx:f>
              <cx:v>Serie 33</cx:v>
            </cx:txData>
          </cx:tx>
          <cx:dataId val="4"/>
        </cx:series>
        <cx:series layoutId="sunburst" hidden="1" uniqueId="{4A1F1AB7-8047-DF4A-8833-D8D254871C52}" formatIdx="5">
          <cx:tx>
            <cx:txData>
              <cx:f>'Ark1'!$G$1</cx:f>
              <cx:v>Serie 34</cx:v>
            </cx:txData>
          </cx:tx>
          <cx:dataId val="5"/>
        </cx:series>
      </cx:plotAreaRegion>
    </cx:plotArea>
    <cx:legend pos="t" align="ctr" overlay="0"/>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61ADCD-0986-466F-BCF4-F140374402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latin typeface="Clever Sans OFFC" pitchFamily="34" charset="0"/>
            </a:endParaRPr>
          </a:p>
        </p:txBody>
      </p:sp>
      <p:sp>
        <p:nvSpPr>
          <p:cNvPr id="3" name="Date Placeholder 2">
            <a:extLst>
              <a:ext uri="{FF2B5EF4-FFF2-40B4-BE49-F238E27FC236}">
                <a16:creationId xmlns:a16="http://schemas.microsoft.com/office/drawing/2014/main" id="{6FAD45B1-DDA3-4823-B57F-398ED6D7CE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6EFB30-712F-457D-85EB-C74A3A27C3C3}" type="datetime1">
              <a:rPr lang="en-GB" smtClean="0">
                <a:latin typeface="Clever Sans OFFC" pitchFamily="34" charset="0"/>
              </a:rPr>
              <a:t>23/09/2026</a:t>
            </a:fld>
            <a:endParaRPr lang="en-GB" dirty="0">
              <a:latin typeface="Clever Sans OFFC" pitchFamily="34" charset="0"/>
            </a:endParaRPr>
          </a:p>
        </p:txBody>
      </p:sp>
      <p:sp>
        <p:nvSpPr>
          <p:cNvPr id="4" name="Slide Number Placeholder 3">
            <a:extLst>
              <a:ext uri="{FF2B5EF4-FFF2-40B4-BE49-F238E27FC236}">
                <a16:creationId xmlns:a16="http://schemas.microsoft.com/office/drawing/2014/main" id="{7A3B3C53-DC75-4A5C-81E7-5D7CB96E129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F6EE6-6533-46A0-A8FB-DBC252423243}" type="slidenum">
              <a:rPr lang="en-GB" smtClean="0">
                <a:latin typeface="Clever Sans OFFC" pitchFamily="34" charset="0"/>
              </a:rPr>
              <a:t>‹#›</a:t>
            </a:fld>
            <a:endParaRPr lang="en-GB" dirty="0">
              <a:latin typeface="Clever Sans OFFC" pitchFamily="34" charset="0"/>
            </a:endParaRPr>
          </a:p>
        </p:txBody>
      </p:sp>
      <p:sp>
        <p:nvSpPr>
          <p:cNvPr id="5" name="Footer Placeholder 4">
            <a:extLst>
              <a:ext uri="{FF2B5EF4-FFF2-40B4-BE49-F238E27FC236}">
                <a16:creationId xmlns:a16="http://schemas.microsoft.com/office/drawing/2014/main" id="{9891B013-C79C-4BAB-9591-CE1E1BF2A98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latin typeface="Clever Sans OFFC" pitchFamily="34" charset="0"/>
            </a:endParaRPr>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838611-CB23-4A11-B466-01829FB3E64B}"/>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lever Sans OFFC" pitchFamily="34" charset="0"/>
              </a:defRPr>
            </a:lvl1pPr>
          </a:lstStyle>
          <a:p>
            <a:fld id="{1B1D025B-ACD2-45C1-B156-1DDB470CE319}" type="slidenum">
              <a:rPr lang="en-GB" smtClean="0"/>
              <a:pPr/>
              <a:t>‹#›</a:t>
            </a:fld>
            <a:endParaRPr lang="en-GB" dirty="0"/>
          </a:p>
        </p:txBody>
      </p:sp>
      <p:sp>
        <p:nvSpPr>
          <p:cNvPr id="3" name="Notes Placeholder 2">
            <a:extLst>
              <a:ext uri="{FF2B5EF4-FFF2-40B4-BE49-F238E27FC236}">
                <a16:creationId xmlns:a16="http://schemas.microsoft.com/office/drawing/2014/main" id="{05F8BE06-C1AD-4FF4-9212-678516BAB91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8D410225-CB48-4A2A-9739-463AD2DBC31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lever Sans OFFC" pitchFamily="34" charset="0"/>
              </a:defRPr>
            </a:lvl1pPr>
          </a:lstStyle>
          <a:p>
            <a:fld id="{A55CE2C4-AD66-4201-8C8B-2A16BA8B1F6E}" type="datetime1">
              <a:rPr lang="en-GB" smtClean="0"/>
              <a:pPr/>
              <a:t>23/09/2026</a:t>
            </a:fld>
            <a:endParaRPr lang="en-GB" dirty="0"/>
          </a:p>
        </p:txBody>
      </p:sp>
      <p:sp>
        <p:nvSpPr>
          <p:cNvPr id="5" name="Header Placeholder 4">
            <a:extLst>
              <a:ext uri="{FF2B5EF4-FFF2-40B4-BE49-F238E27FC236}">
                <a16:creationId xmlns:a16="http://schemas.microsoft.com/office/drawing/2014/main" id="{668863D3-1D0C-412C-99BB-873840116A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lever Sans OFFC" pitchFamily="34" charset="0"/>
              </a:defRPr>
            </a:lvl1pPr>
          </a:lstStyle>
          <a:p>
            <a:endParaRPr lang="en-GB" dirty="0"/>
          </a:p>
        </p:txBody>
      </p:sp>
      <p:sp>
        <p:nvSpPr>
          <p:cNvPr id="6" name="Slide Image Placeholder 5">
            <a:extLst>
              <a:ext uri="{FF2B5EF4-FFF2-40B4-BE49-F238E27FC236}">
                <a16:creationId xmlns:a16="http://schemas.microsoft.com/office/drawing/2014/main" id="{5E44B7E2-ED93-42BE-81A6-FE398D91C1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7" name="Footer Placeholder 6">
            <a:extLst>
              <a:ext uri="{FF2B5EF4-FFF2-40B4-BE49-F238E27FC236}">
                <a16:creationId xmlns:a16="http://schemas.microsoft.com/office/drawing/2014/main" id="{75691570-C65F-4C66-9CB2-8798BF7E897F}"/>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lever Sans OFFC" pitchFamily="34" charset="0"/>
              </a:defRPr>
            </a:lvl1pPr>
          </a:lstStyle>
          <a:p>
            <a:endParaRPr lang="en-GB" dirty="0"/>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hf/>
  <p:notesStyle>
    <a:lvl1pPr marL="0" indent="0" algn="l" defTabSz="914400" rtl="0" eaLnBrk="1" latinLnBrk="0" hangingPunct="1">
      <a:buFont typeface="Clever Sans OFFC" panose="020B0504050501040104" pitchFamily="34" charset="0"/>
      <a:buNone/>
      <a:defRPr sz="1200" kern="1200">
        <a:solidFill>
          <a:schemeClr val="tx1"/>
        </a:solidFill>
        <a:latin typeface="Clever Sans OFFC" pitchFamily="34" charset="0"/>
        <a:ea typeface="+mn-ea"/>
        <a:cs typeface="+mn-cs"/>
      </a:defRPr>
    </a:lvl1pPr>
    <a:lvl2pPr marL="180000" indent="0" algn="l" defTabSz="914400" rtl="0" eaLnBrk="1" latinLnBrk="0" hangingPunct="1">
      <a:buFont typeface="Clever Sans OFFC" panose="020B0504050501040104" pitchFamily="34" charset="0"/>
      <a:buNone/>
      <a:defRPr sz="1200" kern="1200">
        <a:solidFill>
          <a:schemeClr val="tx1"/>
        </a:solidFill>
        <a:latin typeface="Clever Sans OFFC" pitchFamily="34" charset="0"/>
        <a:ea typeface="+mn-ea"/>
        <a:cs typeface="+mn-cs"/>
      </a:defRPr>
    </a:lvl2pPr>
    <a:lvl3pPr marL="360000" indent="0" algn="l" defTabSz="914400" rtl="0" eaLnBrk="1" latinLnBrk="0" hangingPunct="1">
      <a:buFont typeface="Clever Sans OFFC" panose="020B0504050501040104" pitchFamily="34" charset="0"/>
      <a:buNone/>
      <a:defRPr sz="1200" kern="1200">
        <a:solidFill>
          <a:schemeClr val="tx1"/>
        </a:solidFill>
        <a:latin typeface="Clever Sans OFFC" pitchFamily="34" charset="0"/>
        <a:ea typeface="+mn-ea"/>
        <a:cs typeface="+mn-cs"/>
      </a:defRPr>
    </a:lvl3pPr>
    <a:lvl4pPr marL="540000" indent="0" algn="l" defTabSz="914400" rtl="0" eaLnBrk="1" latinLnBrk="0" hangingPunct="1">
      <a:buFont typeface="Clever Sans OFFC" panose="020B0504050501040104" pitchFamily="34" charset="0"/>
      <a:buNone/>
      <a:defRPr sz="1200" kern="1200">
        <a:solidFill>
          <a:schemeClr val="tx1"/>
        </a:solidFill>
        <a:latin typeface="Clever Sans OFFC" pitchFamily="34" charset="0"/>
        <a:ea typeface="+mn-ea"/>
        <a:cs typeface="+mn-cs"/>
      </a:defRPr>
    </a:lvl4pPr>
    <a:lvl5pPr marL="720000" indent="0" algn="l" defTabSz="914400" rtl="0" eaLnBrk="1" latinLnBrk="0" hangingPunct="1">
      <a:buFont typeface="Clever Sans OFFC" panose="020B0504050501040104" pitchFamily="34" charset="0"/>
      <a:buNone/>
      <a:defRPr sz="1200" kern="1200">
        <a:solidFill>
          <a:schemeClr val="tx1"/>
        </a:solidFill>
        <a:latin typeface="Clever Sans OFFC"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cleverdk.sharepoint.com/sites/Materialebanken/KI/Forms/AllItems.aspx?csf=1&amp;web=1&amp;e=XASeIB&amp;CID=a383ba64%2Dee3b%2D44b8%2D828a%2D3be1825d520b&amp;FolderCTID=0x0120007A24435F76C05147950A1C3C480C4166&amp;id=%2Fsites%2FMaterialebanken%2FKI%2FMediebibliotek%2FPowerPoint%20%2D%20mediebibliotek" TargetMode="External"/><Relationship Id="rId1" Type="http://schemas.openxmlformats.org/officeDocument/2006/relationships/slideMaster" Target="../slideMasters/slideMaster1.xml"/><Relationship Id="rId4" Type="http://schemas.openxmlformats.org/officeDocument/2006/relationships/image" Target="../media/image9.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Foto">
    <p:spTree>
      <p:nvGrpSpPr>
        <p:cNvPr id="1" name=""/>
        <p:cNvGrpSpPr/>
        <p:nvPr/>
      </p:nvGrpSpPr>
      <p:grpSpPr>
        <a:xfrm>
          <a:off x="0" y="0"/>
          <a:ext cx="0" cy="0"/>
          <a:chOff x="0" y="0"/>
          <a:chExt cx="0" cy="0"/>
        </a:xfrm>
      </p:grpSpPr>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da-DK" smtClean="0"/>
              <a:pPr/>
              <a:t>‹#›</a:t>
            </a:fld>
            <a:endParaRPr lang="da-DK" dirty="0"/>
          </a:p>
        </p:txBody>
      </p:sp>
      <p:sp>
        <p:nvSpPr>
          <p:cNvPr id="8" name="Picture Placeholder 7"/>
          <p:cNvSpPr>
            <a:spLocks noGrp="1"/>
          </p:cNvSpPr>
          <p:nvPr>
            <p:ph type="pic" sz="quarter" idx="13" hasCustomPrompt="1"/>
          </p:nvPr>
        </p:nvSpPr>
        <p:spPr>
          <a:xfrm>
            <a:off x="6176962" y="395288"/>
            <a:ext cx="5618163" cy="5773738"/>
          </a:xfrm>
          <a:solidFill>
            <a:schemeClr val="bg1">
              <a:lumMod val="85000"/>
            </a:schemeClr>
          </a:solidFill>
        </p:spPr>
        <p:txBody>
          <a:bodyPr lIns="72000" tIns="900000" rIns="72000" anchor="ctr"/>
          <a:lstStyle>
            <a:lvl1pPr marL="0" indent="0" algn="ctr">
              <a:lnSpc>
                <a:spcPct val="100000"/>
              </a:lnSpc>
              <a:spcAft>
                <a:spcPts val="0"/>
              </a:spcAft>
              <a:buNone/>
              <a:defRPr sz="1600"/>
            </a:lvl1pPr>
          </a:lstStyle>
          <a:p>
            <a:r>
              <a:rPr lang="da-DK" dirty="0"/>
              <a:t>Klik for at tilføje billede</a:t>
            </a:r>
          </a:p>
        </p:txBody>
      </p:sp>
      <p:sp>
        <p:nvSpPr>
          <p:cNvPr id="2" name="Title 1"/>
          <p:cNvSpPr>
            <a:spLocks noGrp="1"/>
          </p:cNvSpPr>
          <p:nvPr>
            <p:ph type="ctrTitle" hasCustomPrompt="1"/>
          </p:nvPr>
        </p:nvSpPr>
        <p:spPr>
          <a:xfrm>
            <a:off x="395288" y="395288"/>
            <a:ext cx="4656137" cy="682466"/>
          </a:xfrm>
        </p:spPr>
        <p:txBody>
          <a:bodyPr anchor="t"/>
          <a:lstStyle>
            <a:lvl1pPr algn="l">
              <a:defRPr sz="4800"/>
            </a:lvl1pPr>
          </a:lstStyle>
          <a:p>
            <a:r>
              <a:rPr lang="da-DK" dirty="0"/>
              <a:t>Titel</a:t>
            </a:r>
          </a:p>
        </p:txBody>
      </p:sp>
      <p:sp>
        <p:nvSpPr>
          <p:cNvPr id="5" name="Logo" descr=" ">
            <a:extLst>
              <a:ext uri="{FF2B5EF4-FFF2-40B4-BE49-F238E27FC236}">
                <a16:creationId xmlns:a16="http://schemas.microsoft.com/office/drawing/2014/main" id="{1879119B-7C56-CA76-0B19-D9256677DD9A}"/>
              </a:ext>
            </a:extLst>
          </p:cNvPr>
          <p:cNvSpPr/>
          <p:nvPr userDrawn="1"/>
        </p:nvSpPr>
        <p:spPr>
          <a:xfrm>
            <a:off x="396000" y="6395662"/>
            <a:ext cx="1145286" cy="221051"/>
          </a:xfrm>
          <a:custGeom>
            <a:avLst/>
            <a:gdLst>
              <a:gd name="connsiteX0" fmla="*/ 269537 w 2300296"/>
              <a:gd name="connsiteY0" fmla="*/ 20020 h 443979"/>
              <a:gd name="connsiteX1" fmla="*/ 269537 w 2300296"/>
              <a:gd name="connsiteY1" fmla="*/ 116683 h 443979"/>
              <a:gd name="connsiteX2" fmla="*/ 171674 w 2300296"/>
              <a:gd name="connsiteY2" fmla="*/ 116683 h 443979"/>
              <a:gd name="connsiteX3" fmla="*/ 171674 w 2300296"/>
              <a:gd name="connsiteY3" fmla="*/ 20020 h 443979"/>
              <a:gd name="connsiteX4" fmla="*/ 269537 w 2300296"/>
              <a:gd name="connsiteY4" fmla="*/ 20020 h 443979"/>
              <a:gd name="connsiteX5" fmla="*/ 1039400 w 2300296"/>
              <a:gd name="connsiteY5" fmla="*/ 353120 h 443979"/>
              <a:gd name="connsiteX6" fmla="*/ 1070525 w 2300296"/>
              <a:gd name="connsiteY6" fmla="*/ 353120 h 443979"/>
              <a:gd name="connsiteX7" fmla="*/ 1070525 w 2300296"/>
              <a:gd name="connsiteY7" fmla="*/ 79221 h 443979"/>
              <a:gd name="connsiteX8" fmla="*/ 1039400 w 2300296"/>
              <a:gd name="connsiteY8" fmla="*/ 79221 h 443979"/>
              <a:gd name="connsiteX9" fmla="*/ 1039400 w 2300296"/>
              <a:gd name="connsiteY9" fmla="*/ 353120 h 443979"/>
              <a:gd name="connsiteX10" fmla="*/ 2300196 w 2300296"/>
              <a:gd name="connsiteY10" fmla="*/ 162323 h 443979"/>
              <a:gd name="connsiteX11" fmla="*/ 2300297 w 2300296"/>
              <a:gd name="connsiteY11" fmla="*/ 162346 h 443979"/>
              <a:gd name="connsiteX12" fmla="*/ 2300234 w 2300296"/>
              <a:gd name="connsiteY12" fmla="*/ 162346 h 443979"/>
              <a:gd name="connsiteX13" fmla="*/ 2300234 w 2300296"/>
              <a:gd name="connsiteY13" fmla="*/ 192331 h 443979"/>
              <a:gd name="connsiteX14" fmla="*/ 2273120 w 2300296"/>
              <a:gd name="connsiteY14" fmla="*/ 188405 h 443979"/>
              <a:gd name="connsiteX15" fmla="*/ 2203915 w 2300296"/>
              <a:gd name="connsiteY15" fmla="*/ 271359 h 443979"/>
              <a:gd name="connsiteX16" fmla="*/ 2203915 w 2300296"/>
              <a:gd name="connsiteY16" fmla="*/ 353062 h 443979"/>
              <a:gd name="connsiteX17" fmla="*/ 2172784 w 2300296"/>
              <a:gd name="connsiteY17" fmla="*/ 353062 h 443979"/>
              <a:gd name="connsiteX18" fmla="*/ 2172784 w 2300296"/>
              <a:gd name="connsiteY18" fmla="*/ 163029 h 443979"/>
              <a:gd name="connsiteX19" fmla="*/ 2203915 w 2300296"/>
              <a:gd name="connsiteY19" fmla="*/ 163029 h 443979"/>
              <a:gd name="connsiteX20" fmla="*/ 2203915 w 2300296"/>
              <a:gd name="connsiteY20" fmla="*/ 209684 h 443979"/>
              <a:gd name="connsiteX21" fmla="*/ 2275552 w 2300296"/>
              <a:gd name="connsiteY21" fmla="*/ 159331 h 443979"/>
              <a:gd name="connsiteX22" fmla="*/ 2300196 w 2300296"/>
              <a:gd name="connsiteY22" fmla="*/ 162323 h 443979"/>
              <a:gd name="connsiteX23" fmla="*/ 1314184 w 2300296"/>
              <a:gd name="connsiteY23" fmla="*/ 187267 h 443979"/>
              <a:gd name="connsiteX24" fmla="*/ 1245097 w 2300296"/>
              <a:gd name="connsiteY24" fmla="*/ 244277 h 443979"/>
              <a:gd name="connsiteX25" fmla="*/ 1383275 w 2300296"/>
              <a:gd name="connsiteY25" fmla="*/ 244277 h 443979"/>
              <a:gd name="connsiteX26" fmla="*/ 1314184 w 2300296"/>
              <a:gd name="connsiteY26" fmla="*/ 187267 h 443979"/>
              <a:gd name="connsiteX27" fmla="*/ 1318010 w 2300296"/>
              <a:gd name="connsiteY27" fmla="*/ 356875 h 443979"/>
              <a:gd name="connsiteX28" fmla="*/ 1213220 w 2300296"/>
              <a:gd name="connsiteY28" fmla="*/ 258102 h 443979"/>
              <a:gd name="connsiteX29" fmla="*/ 1314184 w 2300296"/>
              <a:gd name="connsiteY29" fmla="*/ 159387 h 443979"/>
              <a:gd name="connsiteX30" fmla="*/ 1414799 w 2300296"/>
              <a:gd name="connsiteY30" fmla="*/ 258160 h 443979"/>
              <a:gd name="connsiteX31" fmla="*/ 1414051 w 2300296"/>
              <a:gd name="connsiteY31" fmla="*/ 269710 h 443979"/>
              <a:gd name="connsiteX32" fmla="*/ 1244750 w 2300296"/>
              <a:gd name="connsiteY32" fmla="*/ 269710 h 443979"/>
              <a:gd name="connsiteX33" fmla="*/ 1318416 w 2300296"/>
              <a:gd name="connsiteY33" fmla="*/ 328939 h 443979"/>
              <a:gd name="connsiteX34" fmla="*/ 1381488 w 2300296"/>
              <a:gd name="connsiteY34" fmla="*/ 305690 h 443979"/>
              <a:gd name="connsiteX35" fmla="*/ 1382173 w 2300296"/>
              <a:gd name="connsiteY35" fmla="*/ 305098 h 443979"/>
              <a:gd name="connsiteX36" fmla="*/ 1400773 w 2300296"/>
              <a:gd name="connsiteY36" fmla="*/ 327460 h 443979"/>
              <a:gd name="connsiteX37" fmla="*/ 1318010 w 2300296"/>
              <a:gd name="connsiteY37" fmla="*/ 356875 h 443979"/>
              <a:gd name="connsiteX38" fmla="*/ 1930579 w 2300296"/>
              <a:gd name="connsiteY38" fmla="*/ 187267 h 443979"/>
              <a:gd name="connsiteX39" fmla="*/ 1861488 w 2300296"/>
              <a:gd name="connsiteY39" fmla="*/ 244277 h 443979"/>
              <a:gd name="connsiteX40" fmla="*/ 1999657 w 2300296"/>
              <a:gd name="connsiteY40" fmla="*/ 244277 h 443979"/>
              <a:gd name="connsiteX41" fmla="*/ 1930579 w 2300296"/>
              <a:gd name="connsiteY41" fmla="*/ 187267 h 443979"/>
              <a:gd name="connsiteX42" fmla="*/ 1934406 w 2300296"/>
              <a:gd name="connsiteY42" fmla="*/ 356875 h 443979"/>
              <a:gd name="connsiteX43" fmla="*/ 1829610 w 2300296"/>
              <a:gd name="connsiteY43" fmla="*/ 258102 h 443979"/>
              <a:gd name="connsiteX44" fmla="*/ 1930579 w 2300296"/>
              <a:gd name="connsiteY44" fmla="*/ 159387 h 443979"/>
              <a:gd name="connsiteX45" fmla="*/ 2031194 w 2300296"/>
              <a:gd name="connsiteY45" fmla="*/ 258160 h 443979"/>
              <a:gd name="connsiteX46" fmla="*/ 2030446 w 2300296"/>
              <a:gd name="connsiteY46" fmla="*/ 269710 h 443979"/>
              <a:gd name="connsiteX47" fmla="*/ 1861146 w 2300296"/>
              <a:gd name="connsiteY47" fmla="*/ 269710 h 443979"/>
              <a:gd name="connsiteX48" fmla="*/ 1934811 w 2300296"/>
              <a:gd name="connsiteY48" fmla="*/ 328939 h 443979"/>
              <a:gd name="connsiteX49" fmla="*/ 1997884 w 2300296"/>
              <a:gd name="connsiteY49" fmla="*/ 305693 h 443979"/>
              <a:gd name="connsiteX50" fmla="*/ 1998568 w 2300296"/>
              <a:gd name="connsiteY50" fmla="*/ 305098 h 443979"/>
              <a:gd name="connsiteX51" fmla="*/ 2017168 w 2300296"/>
              <a:gd name="connsiteY51" fmla="*/ 327460 h 443979"/>
              <a:gd name="connsiteX52" fmla="*/ 1934406 w 2300296"/>
              <a:gd name="connsiteY52" fmla="*/ 356875 h 443979"/>
              <a:gd name="connsiteX53" fmla="*/ 1622819 w 2300296"/>
              <a:gd name="connsiteY53" fmla="*/ 310390 h 443979"/>
              <a:gd name="connsiteX54" fmla="*/ 1694912 w 2300296"/>
              <a:gd name="connsiteY54" fmla="*/ 163029 h 443979"/>
              <a:gd name="connsiteX55" fmla="*/ 1728767 w 2300296"/>
              <a:gd name="connsiteY55" fmla="*/ 163029 h 443979"/>
              <a:gd name="connsiteX56" fmla="*/ 1622641 w 2300296"/>
              <a:gd name="connsiteY56" fmla="*/ 373260 h 443979"/>
              <a:gd name="connsiteX57" fmla="*/ 1516515 w 2300296"/>
              <a:gd name="connsiteY57" fmla="*/ 163029 h 443979"/>
              <a:gd name="connsiteX58" fmla="*/ 1550662 w 2300296"/>
              <a:gd name="connsiteY58" fmla="*/ 163029 h 443979"/>
              <a:gd name="connsiteX59" fmla="*/ 1622819 w 2300296"/>
              <a:gd name="connsiteY59" fmla="*/ 310390 h 443979"/>
              <a:gd name="connsiteX60" fmla="*/ 800668 w 2300296"/>
              <a:gd name="connsiteY60" fmla="*/ 325866 h 443979"/>
              <a:gd name="connsiteX61" fmla="*/ 878449 w 2300296"/>
              <a:gd name="connsiteY61" fmla="*/ 294915 h 443979"/>
              <a:gd name="connsiteX62" fmla="*/ 900415 w 2300296"/>
              <a:gd name="connsiteY62" fmla="*/ 316990 h 443979"/>
              <a:gd name="connsiteX63" fmla="*/ 800668 w 2300296"/>
              <a:gd name="connsiteY63" fmla="*/ 356704 h 443979"/>
              <a:gd name="connsiteX64" fmla="*/ 657394 w 2300296"/>
              <a:gd name="connsiteY64" fmla="*/ 216057 h 443979"/>
              <a:gd name="connsiteX65" fmla="*/ 800668 w 2300296"/>
              <a:gd name="connsiteY65" fmla="*/ 75409 h 443979"/>
              <a:gd name="connsiteX66" fmla="*/ 899024 w 2300296"/>
              <a:gd name="connsiteY66" fmla="*/ 113871 h 443979"/>
              <a:gd name="connsiteX67" fmla="*/ 877173 w 2300296"/>
              <a:gd name="connsiteY67" fmla="*/ 136117 h 443979"/>
              <a:gd name="connsiteX68" fmla="*/ 800668 w 2300296"/>
              <a:gd name="connsiteY68" fmla="*/ 106361 h 443979"/>
              <a:gd name="connsiteX69" fmla="*/ 688865 w 2300296"/>
              <a:gd name="connsiteY69" fmla="*/ 216113 h 443979"/>
              <a:gd name="connsiteX70" fmla="*/ 800668 w 2300296"/>
              <a:gd name="connsiteY70" fmla="*/ 325866 h 443979"/>
              <a:gd name="connsiteX71" fmla="*/ 414166 w 2300296"/>
              <a:gd name="connsiteY71" fmla="*/ 111219 h 443979"/>
              <a:gd name="connsiteX72" fmla="*/ 362505 w 2300296"/>
              <a:gd name="connsiteY72" fmla="*/ 90083 h 443979"/>
              <a:gd name="connsiteX73" fmla="*/ 341106 w 2300296"/>
              <a:gd name="connsiteY73" fmla="*/ 141112 h 443979"/>
              <a:gd name="connsiteX74" fmla="*/ 392768 w 2300296"/>
              <a:gd name="connsiteY74" fmla="*/ 162248 h 443979"/>
              <a:gd name="connsiteX75" fmla="*/ 414166 w 2300296"/>
              <a:gd name="connsiteY75" fmla="*/ 111219 h 443979"/>
              <a:gd name="connsiteX76" fmla="*/ 415839 w 2300296"/>
              <a:gd name="connsiteY76" fmla="*/ 307792 h 443979"/>
              <a:gd name="connsiteX77" fmla="*/ 387771 w 2300296"/>
              <a:gd name="connsiteY77" fmla="*/ 355563 h 443979"/>
              <a:gd name="connsiteX78" fmla="*/ 339407 w 2300296"/>
              <a:gd name="connsiteY78" fmla="*/ 327837 h 443979"/>
              <a:gd name="connsiteX79" fmla="*/ 367475 w 2300296"/>
              <a:gd name="connsiteY79" fmla="*/ 280066 h 443979"/>
              <a:gd name="connsiteX80" fmla="*/ 415839 w 2300296"/>
              <a:gd name="connsiteY80" fmla="*/ 307792 h 443979"/>
              <a:gd name="connsiteX81" fmla="*/ 79088 w 2300296"/>
              <a:gd name="connsiteY81" fmla="*/ 300106 h 443979"/>
              <a:gd name="connsiteX82" fmla="*/ 158175 w 2300296"/>
              <a:gd name="connsiteY82" fmla="*/ 221987 h 443979"/>
              <a:gd name="connsiteX83" fmla="*/ 79088 w 2300296"/>
              <a:gd name="connsiteY83" fmla="*/ 143869 h 443979"/>
              <a:gd name="connsiteX84" fmla="*/ 0 w 2300296"/>
              <a:gd name="connsiteY84" fmla="*/ 221987 h 443979"/>
              <a:gd name="connsiteX85" fmla="*/ 79088 w 2300296"/>
              <a:gd name="connsiteY85" fmla="*/ 300106 h 443979"/>
              <a:gd name="connsiteX86" fmla="*/ 269537 w 2300296"/>
              <a:gd name="connsiteY86" fmla="*/ 327297 h 443979"/>
              <a:gd name="connsiteX87" fmla="*/ 269537 w 2300296"/>
              <a:gd name="connsiteY87" fmla="*/ 423961 h 443979"/>
              <a:gd name="connsiteX88" fmla="*/ 171674 w 2300296"/>
              <a:gd name="connsiteY88" fmla="*/ 423961 h 443979"/>
              <a:gd name="connsiteX89" fmla="*/ 171674 w 2300296"/>
              <a:gd name="connsiteY89" fmla="*/ 327297 h 443979"/>
              <a:gd name="connsiteX90" fmla="*/ 269537 w 2300296"/>
              <a:gd name="connsiteY90" fmla="*/ 327297 h 443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300296" h="443979">
                <a:moveTo>
                  <a:pt x="269537" y="20020"/>
                </a:moveTo>
                <a:cubicBezTo>
                  <a:pt x="296561" y="46713"/>
                  <a:pt x="296561" y="89990"/>
                  <a:pt x="269537" y="116683"/>
                </a:cubicBezTo>
                <a:cubicBezTo>
                  <a:pt x="242512" y="143376"/>
                  <a:pt x="198699" y="143376"/>
                  <a:pt x="171674" y="116683"/>
                </a:cubicBezTo>
                <a:cubicBezTo>
                  <a:pt x="144650" y="89990"/>
                  <a:pt x="144650" y="46713"/>
                  <a:pt x="171674" y="20020"/>
                </a:cubicBezTo>
                <a:cubicBezTo>
                  <a:pt x="198699" y="-6673"/>
                  <a:pt x="242512" y="-6673"/>
                  <a:pt x="269537" y="20020"/>
                </a:cubicBezTo>
                <a:close/>
                <a:moveTo>
                  <a:pt x="1039400" y="353120"/>
                </a:moveTo>
                <a:lnTo>
                  <a:pt x="1070525" y="353120"/>
                </a:lnTo>
                <a:lnTo>
                  <a:pt x="1070525" y="79221"/>
                </a:lnTo>
                <a:lnTo>
                  <a:pt x="1039400" y="79221"/>
                </a:lnTo>
                <a:lnTo>
                  <a:pt x="1039400" y="353120"/>
                </a:lnTo>
                <a:close/>
                <a:moveTo>
                  <a:pt x="2300196" y="162323"/>
                </a:moveTo>
                <a:lnTo>
                  <a:pt x="2300297" y="162346"/>
                </a:lnTo>
                <a:lnTo>
                  <a:pt x="2300234" y="162346"/>
                </a:lnTo>
                <a:lnTo>
                  <a:pt x="2300234" y="192331"/>
                </a:lnTo>
                <a:cubicBezTo>
                  <a:pt x="2291200" y="189714"/>
                  <a:pt x="2283598" y="188405"/>
                  <a:pt x="2273120" y="188405"/>
                </a:cubicBezTo>
                <a:cubicBezTo>
                  <a:pt x="2229065" y="188405"/>
                  <a:pt x="2203915" y="225388"/>
                  <a:pt x="2203915" y="271359"/>
                </a:cubicBezTo>
                <a:lnTo>
                  <a:pt x="2203915" y="353062"/>
                </a:lnTo>
                <a:lnTo>
                  <a:pt x="2172784" y="353062"/>
                </a:lnTo>
                <a:lnTo>
                  <a:pt x="2172784" y="163029"/>
                </a:lnTo>
                <a:lnTo>
                  <a:pt x="2203915" y="163029"/>
                </a:lnTo>
                <a:lnTo>
                  <a:pt x="2203915" y="209684"/>
                </a:lnTo>
                <a:cubicBezTo>
                  <a:pt x="2214165" y="184422"/>
                  <a:pt x="2244016" y="159331"/>
                  <a:pt x="2275552" y="159331"/>
                </a:cubicBezTo>
                <a:cubicBezTo>
                  <a:pt x="2287133" y="159331"/>
                  <a:pt x="2293291" y="160740"/>
                  <a:pt x="2300196" y="162323"/>
                </a:cubicBezTo>
                <a:close/>
                <a:moveTo>
                  <a:pt x="1314184" y="187267"/>
                </a:moveTo>
                <a:cubicBezTo>
                  <a:pt x="1277732" y="187267"/>
                  <a:pt x="1250777" y="209628"/>
                  <a:pt x="1245097" y="244277"/>
                </a:cubicBezTo>
                <a:lnTo>
                  <a:pt x="1383275" y="244277"/>
                </a:lnTo>
                <a:cubicBezTo>
                  <a:pt x="1377941" y="209228"/>
                  <a:pt x="1350991" y="187267"/>
                  <a:pt x="1314184" y="187267"/>
                </a:cubicBezTo>
                <a:close/>
                <a:moveTo>
                  <a:pt x="1318010" y="356875"/>
                </a:moveTo>
                <a:cubicBezTo>
                  <a:pt x="1255763" y="356875"/>
                  <a:pt x="1213220" y="315852"/>
                  <a:pt x="1213220" y="258102"/>
                </a:cubicBezTo>
                <a:cubicBezTo>
                  <a:pt x="1213220" y="201035"/>
                  <a:pt x="1255356" y="159331"/>
                  <a:pt x="1314184" y="159387"/>
                </a:cubicBezTo>
                <a:cubicBezTo>
                  <a:pt x="1373417" y="159387"/>
                  <a:pt x="1414799" y="201150"/>
                  <a:pt x="1414799" y="258160"/>
                </a:cubicBezTo>
                <a:cubicBezTo>
                  <a:pt x="1414799" y="262655"/>
                  <a:pt x="1414456" y="266011"/>
                  <a:pt x="1414051" y="269710"/>
                </a:cubicBezTo>
                <a:lnTo>
                  <a:pt x="1244750" y="269710"/>
                </a:lnTo>
                <a:cubicBezTo>
                  <a:pt x="1249734" y="305838"/>
                  <a:pt x="1278188" y="328939"/>
                  <a:pt x="1318416" y="328939"/>
                </a:cubicBezTo>
                <a:cubicBezTo>
                  <a:pt x="1354665" y="328939"/>
                  <a:pt x="1374672" y="311601"/>
                  <a:pt x="1381488" y="305690"/>
                </a:cubicBezTo>
                <a:lnTo>
                  <a:pt x="1382173" y="305098"/>
                </a:lnTo>
                <a:lnTo>
                  <a:pt x="1400773" y="327460"/>
                </a:lnTo>
                <a:cubicBezTo>
                  <a:pt x="1392017" y="336391"/>
                  <a:pt x="1365473" y="356875"/>
                  <a:pt x="1318010" y="356875"/>
                </a:cubicBezTo>
                <a:close/>
                <a:moveTo>
                  <a:pt x="1930579" y="187267"/>
                </a:moveTo>
                <a:cubicBezTo>
                  <a:pt x="1894127" y="187267"/>
                  <a:pt x="1867177" y="209628"/>
                  <a:pt x="1861488" y="244277"/>
                </a:cubicBezTo>
                <a:lnTo>
                  <a:pt x="1999657" y="244277"/>
                </a:lnTo>
                <a:cubicBezTo>
                  <a:pt x="1994336" y="209228"/>
                  <a:pt x="1967386" y="187267"/>
                  <a:pt x="1930579" y="187267"/>
                </a:cubicBezTo>
                <a:close/>
                <a:moveTo>
                  <a:pt x="1934406" y="356875"/>
                </a:moveTo>
                <a:cubicBezTo>
                  <a:pt x="1872157" y="356875"/>
                  <a:pt x="1829610" y="315852"/>
                  <a:pt x="1829610" y="258102"/>
                </a:cubicBezTo>
                <a:cubicBezTo>
                  <a:pt x="1829610" y="201035"/>
                  <a:pt x="1871751" y="159331"/>
                  <a:pt x="1930579" y="159387"/>
                </a:cubicBezTo>
                <a:cubicBezTo>
                  <a:pt x="1989813" y="159387"/>
                  <a:pt x="2031194" y="201150"/>
                  <a:pt x="2031194" y="258160"/>
                </a:cubicBezTo>
                <a:cubicBezTo>
                  <a:pt x="2031194" y="262655"/>
                  <a:pt x="2030852" y="266011"/>
                  <a:pt x="2030446" y="269710"/>
                </a:cubicBezTo>
                <a:lnTo>
                  <a:pt x="1861146" y="269710"/>
                </a:lnTo>
                <a:cubicBezTo>
                  <a:pt x="1866126" y="305838"/>
                  <a:pt x="1894583" y="328939"/>
                  <a:pt x="1934811" y="328939"/>
                </a:cubicBezTo>
                <a:cubicBezTo>
                  <a:pt x="1971061" y="328939"/>
                  <a:pt x="1991054" y="311606"/>
                  <a:pt x="1997884" y="305693"/>
                </a:cubicBezTo>
                <a:lnTo>
                  <a:pt x="1998568" y="305098"/>
                </a:lnTo>
                <a:lnTo>
                  <a:pt x="2017168" y="327460"/>
                </a:lnTo>
                <a:cubicBezTo>
                  <a:pt x="2008425" y="336391"/>
                  <a:pt x="1981868" y="356875"/>
                  <a:pt x="1934406" y="356875"/>
                </a:cubicBezTo>
                <a:close/>
                <a:moveTo>
                  <a:pt x="1622819" y="310390"/>
                </a:moveTo>
                <a:lnTo>
                  <a:pt x="1694912" y="163029"/>
                </a:lnTo>
                <a:lnTo>
                  <a:pt x="1728767" y="163029"/>
                </a:lnTo>
                <a:lnTo>
                  <a:pt x="1622641" y="373260"/>
                </a:lnTo>
                <a:lnTo>
                  <a:pt x="1516515" y="163029"/>
                </a:lnTo>
                <a:lnTo>
                  <a:pt x="1550662" y="163029"/>
                </a:lnTo>
                <a:lnTo>
                  <a:pt x="1622819" y="310390"/>
                </a:lnTo>
                <a:close/>
                <a:moveTo>
                  <a:pt x="800668" y="325866"/>
                </a:moveTo>
                <a:cubicBezTo>
                  <a:pt x="830923" y="325866"/>
                  <a:pt x="858337" y="314032"/>
                  <a:pt x="878449" y="294915"/>
                </a:cubicBezTo>
                <a:lnTo>
                  <a:pt x="900415" y="316990"/>
                </a:lnTo>
                <a:cubicBezTo>
                  <a:pt x="874624" y="341570"/>
                  <a:pt x="839442" y="356704"/>
                  <a:pt x="800668" y="356704"/>
                </a:cubicBezTo>
                <a:cubicBezTo>
                  <a:pt x="721553" y="356704"/>
                  <a:pt x="657394" y="293720"/>
                  <a:pt x="657394" y="216057"/>
                </a:cubicBezTo>
                <a:cubicBezTo>
                  <a:pt x="657394" y="138394"/>
                  <a:pt x="721553" y="75409"/>
                  <a:pt x="800668" y="75409"/>
                </a:cubicBezTo>
                <a:cubicBezTo>
                  <a:pt x="838804" y="75409"/>
                  <a:pt x="873349" y="90032"/>
                  <a:pt x="899024" y="113871"/>
                </a:cubicBezTo>
                <a:lnTo>
                  <a:pt x="877173" y="136117"/>
                </a:lnTo>
                <a:cubicBezTo>
                  <a:pt x="857178" y="117683"/>
                  <a:pt x="830285" y="106361"/>
                  <a:pt x="800668" y="106361"/>
                </a:cubicBezTo>
                <a:cubicBezTo>
                  <a:pt x="738942" y="106361"/>
                  <a:pt x="688865" y="155519"/>
                  <a:pt x="688865" y="216113"/>
                </a:cubicBezTo>
                <a:cubicBezTo>
                  <a:pt x="688865" y="276708"/>
                  <a:pt x="738942" y="325866"/>
                  <a:pt x="800668" y="325866"/>
                </a:cubicBezTo>
                <a:close/>
                <a:moveTo>
                  <a:pt x="414166" y="111219"/>
                </a:moveTo>
                <a:cubicBezTo>
                  <a:pt x="405810" y="91291"/>
                  <a:pt x="382681" y="81828"/>
                  <a:pt x="362505" y="90083"/>
                </a:cubicBezTo>
                <a:cubicBezTo>
                  <a:pt x="342330" y="98337"/>
                  <a:pt x="332749" y="121184"/>
                  <a:pt x="341106" y="141112"/>
                </a:cubicBezTo>
                <a:cubicBezTo>
                  <a:pt x="349463" y="161039"/>
                  <a:pt x="372593" y="170503"/>
                  <a:pt x="392768" y="162248"/>
                </a:cubicBezTo>
                <a:cubicBezTo>
                  <a:pt x="412944" y="153993"/>
                  <a:pt x="422524" y="131147"/>
                  <a:pt x="414166" y="111219"/>
                </a:cubicBezTo>
                <a:close/>
                <a:moveTo>
                  <a:pt x="415839" y="307792"/>
                </a:moveTo>
                <a:cubicBezTo>
                  <a:pt x="421443" y="328639"/>
                  <a:pt x="408877" y="350027"/>
                  <a:pt x="387771" y="355563"/>
                </a:cubicBezTo>
                <a:cubicBezTo>
                  <a:pt x="366663" y="361098"/>
                  <a:pt x="345011" y="348684"/>
                  <a:pt x="339407" y="327837"/>
                </a:cubicBezTo>
                <a:cubicBezTo>
                  <a:pt x="333803" y="306989"/>
                  <a:pt x="346369" y="285602"/>
                  <a:pt x="367475" y="280066"/>
                </a:cubicBezTo>
                <a:cubicBezTo>
                  <a:pt x="388581" y="274530"/>
                  <a:pt x="410235" y="286944"/>
                  <a:pt x="415839" y="307792"/>
                </a:cubicBezTo>
                <a:close/>
                <a:moveTo>
                  <a:pt x="79088" y="300106"/>
                </a:moveTo>
                <a:cubicBezTo>
                  <a:pt x="122767" y="300106"/>
                  <a:pt x="158175" y="265132"/>
                  <a:pt x="158175" y="221987"/>
                </a:cubicBezTo>
                <a:cubicBezTo>
                  <a:pt x="158175" y="178845"/>
                  <a:pt x="122767" y="143869"/>
                  <a:pt x="79088" y="143869"/>
                </a:cubicBezTo>
                <a:cubicBezTo>
                  <a:pt x="35409" y="143869"/>
                  <a:pt x="0" y="178845"/>
                  <a:pt x="0" y="221987"/>
                </a:cubicBezTo>
                <a:cubicBezTo>
                  <a:pt x="0" y="265132"/>
                  <a:pt x="35409" y="300106"/>
                  <a:pt x="79088" y="300106"/>
                </a:cubicBezTo>
                <a:close/>
                <a:moveTo>
                  <a:pt x="269537" y="327297"/>
                </a:moveTo>
                <a:cubicBezTo>
                  <a:pt x="296561" y="353989"/>
                  <a:pt x="296561" y="397268"/>
                  <a:pt x="269537" y="423961"/>
                </a:cubicBezTo>
                <a:cubicBezTo>
                  <a:pt x="242512" y="450653"/>
                  <a:pt x="198699" y="450653"/>
                  <a:pt x="171674" y="423961"/>
                </a:cubicBezTo>
                <a:cubicBezTo>
                  <a:pt x="144650" y="397268"/>
                  <a:pt x="144650" y="353989"/>
                  <a:pt x="171674" y="327297"/>
                </a:cubicBezTo>
                <a:cubicBezTo>
                  <a:pt x="198699" y="300604"/>
                  <a:pt x="242512" y="300604"/>
                  <a:pt x="269537" y="327297"/>
                </a:cubicBezTo>
                <a:close/>
              </a:path>
            </a:pathLst>
          </a:custGeom>
          <a:solidFill>
            <a:srgbClr val="003732"/>
          </a:solidFill>
          <a:ln w="12665" cap="flat">
            <a:noFill/>
            <a:prstDash val="solid"/>
            <a:miter/>
          </a:ln>
        </p:spPr>
        <p:txBody>
          <a:bodyPr rtlCol="0" anchor="ctr"/>
          <a:lstStyle/>
          <a:p>
            <a:endParaRPr lang="da-DK" dirty="0"/>
          </a:p>
        </p:txBody>
      </p:sp>
      <p:sp>
        <p:nvSpPr>
          <p:cNvPr id="13" name="Subtitle 2">
            <a:extLst>
              <a:ext uri="{FF2B5EF4-FFF2-40B4-BE49-F238E27FC236}">
                <a16:creationId xmlns:a16="http://schemas.microsoft.com/office/drawing/2014/main" id="{EBC5C7D1-5DF6-BD58-1021-844CB8EA9AE3}"/>
              </a:ext>
            </a:extLst>
          </p:cNvPr>
          <p:cNvSpPr>
            <a:spLocks noGrp="1"/>
          </p:cNvSpPr>
          <p:nvPr>
            <p:ph type="subTitle" idx="1" hasCustomPrompt="1"/>
          </p:nvPr>
        </p:nvSpPr>
        <p:spPr>
          <a:xfrm>
            <a:off x="395288" y="1077754"/>
            <a:ext cx="4656137" cy="682466"/>
          </a:xfrm>
        </p:spPr>
        <p:txBody>
          <a:bodyPr/>
          <a:lstStyle>
            <a:lvl1pPr marL="0" indent="0" algn="l">
              <a:spcBef>
                <a:spcPts val="0"/>
              </a:spcBef>
              <a:buFont typeface="Clever Sans OFFC" panose="020B0504050501040104" pitchFamily="34" charset="0"/>
              <a:buNone/>
              <a:defRPr sz="4800" b="0">
                <a:solidFill>
                  <a:schemeClr val="bg2">
                    <a:alpha val="60000"/>
                  </a:schemeClr>
                </a:solidFill>
                <a:latin typeface="+mn-lt"/>
              </a:defRPr>
            </a:lvl1pPr>
            <a:lvl2pPr marL="0" indent="0" algn="l">
              <a:spcAft>
                <a:spcPts val="600"/>
              </a:spcAft>
              <a:buFont typeface="Clever Sans OFFC" panose="020B0504050501040104" pitchFamily="34" charset="0"/>
              <a:buNone/>
              <a:defRPr sz="4800" b="0">
                <a:solidFill>
                  <a:schemeClr val="bg2">
                    <a:alpha val="60000"/>
                  </a:schemeClr>
                </a:solidFill>
                <a:latin typeface="+mn-lt"/>
              </a:defRPr>
            </a:lvl2pPr>
            <a:lvl3pPr marL="0" indent="0" algn="l">
              <a:spcAft>
                <a:spcPts val="600"/>
              </a:spcAft>
              <a:buFont typeface="Clever Sans OFFC" panose="020B0504050501040104" pitchFamily="34" charset="0"/>
              <a:buNone/>
              <a:defRPr sz="4800" b="0">
                <a:solidFill>
                  <a:schemeClr val="bg2">
                    <a:alpha val="60000"/>
                  </a:schemeClr>
                </a:solidFill>
                <a:latin typeface="+mn-lt"/>
              </a:defRPr>
            </a:lvl3pPr>
            <a:lvl4pPr marL="0" indent="0" algn="l">
              <a:spcAft>
                <a:spcPts val="600"/>
              </a:spcAft>
              <a:buFont typeface="Clever Sans OFFC" panose="020B0504050501040104" pitchFamily="34" charset="0"/>
              <a:buNone/>
              <a:defRPr sz="4800" b="0">
                <a:solidFill>
                  <a:schemeClr val="bg2">
                    <a:alpha val="60000"/>
                  </a:schemeClr>
                </a:solidFill>
                <a:latin typeface="+mn-lt"/>
              </a:defRPr>
            </a:lvl4pPr>
            <a:lvl5pPr marL="0" indent="0" algn="l">
              <a:spcAft>
                <a:spcPts val="600"/>
              </a:spcAft>
              <a:buFont typeface="Clever Sans OFFC" panose="020B0504050501040104" pitchFamily="34" charset="0"/>
              <a:buNone/>
              <a:defRPr sz="4800" b="0">
                <a:solidFill>
                  <a:schemeClr val="bg2">
                    <a:alpha val="60000"/>
                  </a:schemeClr>
                </a:solidFill>
                <a:latin typeface="+mn-lt"/>
              </a:defRPr>
            </a:lvl5pPr>
            <a:lvl6pPr marL="0" indent="0" algn="l">
              <a:spcAft>
                <a:spcPts val="600"/>
              </a:spcAft>
              <a:buFont typeface="Clever Sans OFFC" panose="020B0504050501040104" pitchFamily="34" charset="0"/>
              <a:buNone/>
              <a:defRPr sz="4800" b="0">
                <a:solidFill>
                  <a:schemeClr val="bg2">
                    <a:alpha val="60000"/>
                  </a:schemeClr>
                </a:solidFill>
                <a:latin typeface="+mn-lt"/>
              </a:defRPr>
            </a:lvl6pPr>
            <a:lvl7pPr marL="0" indent="0" algn="l">
              <a:spcAft>
                <a:spcPts val="600"/>
              </a:spcAft>
              <a:buFont typeface="Clever Sans OFFC" panose="020B0504050501040104" pitchFamily="34" charset="0"/>
              <a:buNone/>
              <a:defRPr sz="4800" b="0">
                <a:solidFill>
                  <a:schemeClr val="bg2">
                    <a:alpha val="60000"/>
                  </a:schemeClr>
                </a:solidFill>
                <a:latin typeface="+mn-lt"/>
              </a:defRPr>
            </a:lvl7pPr>
            <a:lvl8pPr marL="0" indent="0" algn="l">
              <a:spcAft>
                <a:spcPts val="600"/>
              </a:spcAft>
              <a:buFont typeface="Clever Sans OFFC" panose="020B0504050501040104" pitchFamily="34" charset="0"/>
              <a:buNone/>
              <a:defRPr sz="4800" b="0">
                <a:solidFill>
                  <a:schemeClr val="bg2">
                    <a:alpha val="60000"/>
                  </a:schemeClr>
                </a:solidFill>
                <a:latin typeface="+mn-lt"/>
              </a:defRPr>
            </a:lvl8pPr>
            <a:lvl9pPr marL="0" indent="0" algn="l">
              <a:spcAft>
                <a:spcPts val="600"/>
              </a:spcAft>
              <a:buFont typeface="Clever Sans OFFC" panose="020B0504050501040104" pitchFamily="34" charset="0"/>
              <a:buNone/>
              <a:defRPr sz="4800" b="0">
                <a:solidFill>
                  <a:schemeClr val="bg2">
                    <a:alpha val="60000"/>
                  </a:schemeClr>
                </a:solidFill>
                <a:latin typeface="+mn-lt"/>
              </a:defRPr>
            </a:lvl9pPr>
          </a:lstStyle>
          <a:p>
            <a:r>
              <a:rPr lang="da-DK" dirty="0"/>
              <a:t>Undertekst</a:t>
            </a:r>
          </a:p>
        </p:txBody>
      </p:sp>
      <p:sp>
        <p:nvSpPr>
          <p:cNvPr id="3" name="Title 1">
            <a:extLst>
              <a:ext uri="{FF2B5EF4-FFF2-40B4-BE49-F238E27FC236}">
                <a16:creationId xmlns:a16="http://schemas.microsoft.com/office/drawing/2014/main" id="{E3429298-DF06-8BB2-17CC-AC3AA6E4D0D2}"/>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Titel + Foto</a:t>
            </a:r>
          </a:p>
        </p:txBody>
      </p:sp>
      <p:sp>
        <p:nvSpPr>
          <p:cNvPr id="4" name="Date Placeholder 6">
            <a:extLst>
              <a:ext uri="{FF2B5EF4-FFF2-40B4-BE49-F238E27FC236}">
                <a16:creationId xmlns:a16="http://schemas.microsoft.com/office/drawing/2014/main" id="{085824A3-0685-7B0E-E713-84E54A28456D}"/>
              </a:ext>
            </a:extLst>
          </p:cNvPr>
          <p:cNvSpPr txBox="1">
            <a:spLocks/>
          </p:cNvSpPr>
          <p:nvPr userDrawn="1"/>
        </p:nvSpPr>
        <p:spPr>
          <a:xfrm>
            <a:off x="11046619" y="6461125"/>
            <a:ext cx="748506" cy="136869"/>
          </a:xfrm>
          <a:prstGeom prst="rect">
            <a:avLst/>
          </a:prstGeom>
          <a:effectLst/>
        </p:spPr>
        <p:txBody>
          <a:bodyPr vert="horz" wrap="square" lIns="0" tIns="0" rIns="0" bIns="0" rtlCol="0" anchor="b" anchorCtr="0">
            <a:noAutofit/>
          </a:bodyPr>
          <a:lstStyle>
            <a:defPPr>
              <a:defRPr lang="en-US"/>
            </a:defPPr>
            <a:lvl1pPr marL="0" algn="r" defTabSz="914400" rtl="0" eaLnBrk="1" latinLnBrk="0" hangingPunct="1">
              <a:defRPr sz="800" b="0" i="0" u="none" strike="noStrike" kern="1200" baseline="0">
                <a:solidFill>
                  <a:schemeClr val="bg1"/>
                </a:solidFill>
                <a:latin typeface="Clever Sans OFFC"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C32AA7-4D32-46CB-ABB0-3FCE5FA44E81}" type="datetime1">
              <a:rPr lang="da-DK" smtClean="0">
                <a:solidFill>
                  <a:schemeClr val="bg2"/>
                </a:solidFill>
              </a:rPr>
              <a:pPr/>
              <a:t>23.09.2026</a:t>
            </a:fld>
            <a:endParaRPr lang="da-DK" dirty="0">
              <a:solidFill>
                <a:schemeClr val="bg2"/>
              </a:solidFill>
            </a:endParaRPr>
          </a:p>
        </p:txBody>
      </p:sp>
    </p:spTree>
    <p:extLst>
      <p:ext uri="{BB962C8B-B14F-4D97-AF65-F5344CB8AC3E}">
        <p14:creationId xmlns:p14="http://schemas.microsoft.com/office/powerpoint/2010/main" val="1485713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 baggrun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FDB5841-72A0-53C0-776F-904F89BB5A31}"/>
              </a:ext>
            </a:extLst>
          </p:cNvPr>
          <p:cNvSpPr>
            <a:spLocks noGrp="1"/>
          </p:cNvSpPr>
          <p:nvPr>
            <p:ph type="pic" sz="quarter" idx="13" hasCustomPrompt="1"/>
          </p:nvPr>
        </p:nvSpPr>
        <p:spPr>
          <a:xfrm>
            <a:off x="0" y="0"/>
            <a:ext cx="12192000" cy="6858000"/>
          </a:xfrm>
          <a:custGeom>
            <a:avLst/>
            <a:gdLst>
              <a:gd name="connsiteX0" fmla="*/ 481312 w 12192000"/>
              <a:gd name="connsiteY0" fmla="*/ 6548651 h 6858000"/>
              <a:gd name="connsiteX1" fmla="*/ 456949 w 12192000"/>
              <a:gd name="connsiteY1" fmla="*/ 6558619 h 6858000"/>
              <a:gd name="connsiteX2" fmla="*/ 456949 w 12192000"/>
              <a:gd name="connsiteY2" fmla="*/ 6606747 h 6858000"/>
              <a:gd name="connsiteX3" fmla="*/ 505674 w 12192000"/>
              <a:gd name="connsiteY3" fmla="*/ 6606747 h 6858000"/>
              <a:gd name="connsiteX4" fmla="*/ 505674 w 12192000"/>
              <a:gd name="connsiteY4" fmla="*/ 6558619 h 6858000"/>
              <a:gd name="connsiteX5" fmla="*/ 481312 w 12192000"/>
              <a:gd name="connsiteY5" fmla="*/ 6548651 h 6858000"/>
              <a:gd name="connsiteX6" fmla="*/ 554436 w 12192000"/>
              <a:gd name="connsiteY6" fmla="*/ 6535103 h 6858000"/>
              <a:gd name="connsiteX7" fmla="*/ 540461 w 12192000"/>
              <a:gd name="connsiteY7" fmla="*/ 6558888 h 6858000"/>
              <a:gd name="connsiteX8" fmla="*/ 564541 w 12192000"/>
              <a:gd name="connsiteY8" fmla="*/ 6572692 h 6858000"/>
              <a:gd name="connsiteX9" fmla="*/ 578516 w 12192000"/>
              <a:gd name="connsiteY9" fmla="*/ 6548908 h 6858000"/>
              <a:gd name="connsiteX10" fmla="*/ 554436 w 12192000"/>
              <a:gd name="connsiteY10" fmla="*/ 6535103 h 6858000"/>
              <a:gd name="connsiteX11" fmla="*/ 1332684 w 12192000"/>
              <a:gd name="connsiteY11" fmla="*/ 6488900 h 6858000"/>
              <a:gd name="connsiteX12" fmla="*/ 1367077 w 12192000"/>
              <a:gd name="connsiteY12" fmla="*/ 6517284 h 6858000"/>
              <a:gd name="connsiteX13" fmla="*/ 1298285 w 12192000"/>
              <a:gd name="connsiteY13" fmla="*/ 6517284 h 6858000"/>
              <a:gd name="connsiteX14" fmla="*/ 1332684 w 12192000"/>
              <a:gd name="connsiteY14" fmla="*/ 6488900 h 6858000"/>
              <a:gd name="connsiteX15" fmla="*/ 1025790 w 12192000"/>
              <a:gd name="connsiteY15" fmla="*/ 6488900 h 6858000"/>
              <a:gd name="connsiteX16" fmla="*/ 1060189 w 12192000"/>
              <a:gd name="connsiteY16" fmla="*/ 6517284 h 6858000"/>
              <a:gd name="connsiteX17" fmla="*/ 991392 w 12192000"/>
              <a:gd name="connsiteY17" fmla="*/ 6517284 h 6858000"/>
              <a:gd name="connsiteX18" fmla="*/ 1025790 w 12192000"/>
              <a:gd name="connsiteY18" fmla="*/ 6488900 h 6858000"/>
              <a:gd name="connsiteX19" fmla="*/ 1126527 w 12192000"/>
              <a:gd name="connsiteY19" fmla="*/ 6476832 h 6858000"/>
              <a:gd name="connsiteX20" fmla="*/ 1179366 w 12192000"/>
              <a:gd name="connsiteY20" fmla="*/ 6581503 h 6858000"/>
              <a:gd name="connsiteX21" fmla="*/ 1232205 w 12192000"/>
              <a:gd name="connsiteY21" fmla="*/ 6476832 h 6858000"/>
              <a:gd name="connsiteX22" fmla="*/ 1215349 w 12192000"/>
              <a:gd name="connsiteY22" fmla="*/ 6476832 h 6858000"/>
              <a:gd name="connsiteX23" fmla="*/ 1179455 w 12192000"/>
              <a:gd name="connsiteY23" fmla="*/ 6550201 h 6858000"/>
              <a:gd name="connsiteX24" fmla="*/ 1143529 w 12192000"/>
              <a:gd name="connsiteY24" fmla="*/ 6476832 h 6858000"/>
              <a:gd name="connsiteX25" fmla="*/ 1332684 w 12192000"/>
              <a:gd name="connsiteY25" fmla="*/ 6475019 h 6858000"/>
              <a:gd name="connsiteX26" fmla="*/ 1282413 w 12192000"/>
              <a:gd name="connsiteY26" fmla="*/ 6524168 h 6858000"/>
              <a:gd name="connsiteX27" fmla="*/ 1334590 w 12192000"/>
              <a:gd name="connsiteY27" fmla="*/ 6573345 h 6858000"/>
              <a:gd name="connsiteX28" fmla="*/ 1375796 w 12192000"/>
              <a:gd name="connsiteY28" fmla="*/ 6558700 h 6858000"/>
              <a:gd name="connsiteX29" fmla="*/ 1366535 w 12192000"/>
              <a:gd name="connsiteY29" fmla="*/ 6547566 h 6858000"/>
              <a:gd name="connsiteX30" fmla="*/ 1366194 w 12192000"/>
              <a:gd name="connsiteY30" fmla="*/ 6547863 h 6858000"/>
              <a:gd name="connsiteX31" fmla="*/ 1334791 w 12192000"/>
              <a:gd name="connsiteY31" fmla="*/ 6559436 h 6858000"/>
              <a:gd name="connsiteX32" fmla="*/ 1298115 w 12192000"/>
              <a:gd name="connsiteY32" fmla="*/ 6529947 h 6858000"/>
              <a:gd name="connsiteX33" fmla="*/ 1382407 w 12192000"/>
              <a:gd name="connsiteY33" fmla="*/ 6529947 h 6858000"/>
              <a:gd name="connsiteX34" fmla="*/ 1382779 w 12192000"/>
              <a:gd name="connsiteY34" fmla="*/ 6524197 h 6858000"/>
              <a:gd name="connsiteX35" fmla="*/ 1332684 w 12192000"/>
              <a:gd name="connsiteY35" fmla="*/ 6475019 h 6858000"/>
              <a:gd name="connsiteX36" fmla="*/ 1025790 w 12192000"/>
              <a:gd name="connsiteY36" fmla="*/ 6475019 h 6858000"/>
              <a:gd name="connsiteX37" fmla="*/ 975521 w 12192000"/>
              <a:gd name="connsiteY37" fmla="*/ 6524168 h 6858000"/>
              <a:gd name="connsiteX38" fmla="*/ 1027694 w 12192000"/>
              <a:gd name="connsiteY38" fmla="*/ 6573345 h 6858000"/>
              <a:gd name="connsiteX39" fmla="*/ 1068901 w 12192000"/>
              <a:gd name="connsiteY39" fmla="*/ 6558700 h 6858000"/>
              <a:gd name="connsiteX40" fmla="*/ 1059640 w 12192000"/>
              <a:gd name="connsiteY40" fmla="*/ 6547566 h 6858000"/>
              <a:gd name="connsiteX41" fmla="*/ 1059299 w 12192000"/>
              <a:gd name="connsiteY41" fmla="*/ 6547861 h 6858000"/>
              <a:gd name="connsiteX42" fmla="*/ 1027897 w 12192000"/>
              <a:gd name="connsiteY42" fmla="*/ 6559436 h 6858000"/>
              <a:gd name="connsiteX43" fmla="*/ 991219 w 12192000"/>
              <a:gd name="connsiteY43" fmla="*/ 6529947 h 6858000"/>
              <a:gd name="connsiteX44" fmla="*/ 1075512 w 12192000"/>
              <a:gd name="connsiteY44" fmla="*/ 6529947 h 6858000"/>
              <a:gd name="connsiteX45" fmla="*/ 1075884 w 12192000"/>
              <a:gd name="connsiteY45" fmla="*/ 6524197 h 6858000"/>
              <a:gd name="connsiteX46" fmla="*/ 1025790 w 12192000"/>
              <a:gd name="connsiteY46" fmla="*/ 6475019 h 6858000"/>
              <a:gd name="connsiteX47" fmla="*/ 1504441 w 12192000"/>
              <a:gd name="connsiteY47" fmla="*/ 6474991 h 6858000"/>
              <a:gd name="connsiteX48" fmla="*/ 1468775 w 12192000"/>
              <a:gd name="connsiteY48" fmla="*/ 6500061 h 6858000"/>
              <a:gd name="connsiteX49" fmla="*/ 1468775 w 12192000"/>
              <a:gd name="connsiteY49" fmla="*/ 6476832 h 6858000"/>
              <a:gd name="connsiteX50" fmla="*/ 1453275 w 12192000"/>
              <a:gd name="connsiteY50" fmla="*/ 6476832 h 6858000"/>
              <a:gd name="connsiteX51" fmla="*/ 1453275 w 12192000"/>
              <a:gd name="connsiteY51" fmla="*/ 6571447 h 6858000"/>
              <a:gd name="connsiteX52" fmla="*/ 1468775 w 12192000"/>
              <a:gd name="connsiteY52" fmla="*/ 6571447 h 6858000"/>
              <a:gd name="connsiteX53" fmla="*/ 1468775 w 12192000"/>
              <a:gd name="connsiteY53" fmla="*/ 6530768 h 6858000"/>
              <a:gd name="connsiteX54" fmla="*/ 1503231 w 12192000"/>
              <a:gd name="connsiteY54" fmla="*/ 6489466 h 6858000"/>
              <a:gd name="connsiteX55" fmla="*/ 1516730 w 12192000"/>
              <a:gd name="connsiteY55" fmla="*/ 6491421 h 6858000"/>
              <a:gd name="connsiteX56" fmla="*/ 1516730 w 12192000"/>
              <a:gd name="connsiteY56" fmla="*/ 6476492 h 6858000"/>
              <a:gd name="connsiteX57" fmla="*/ 1516762 w 12192000"/>
              <a:gd name="connsiteY57" fmla="*/ 6476492 h 6858000"/>
              <a:gd name="connsiteX58" fmla="*/ 1516711 w 12192000"/>
              <a:gd name="connsiteY58" fmla="*/ 6476481 h 6858000"/>
              <a:gd name="connsiteX59" fmla="*/ 1504441 w 12192000"/>
              <a:gd name="connsiteY59" fmla="*/ 6474991 h 6858000"/>
              <a:gd name="connsiteX60" fmla="*/ 410852 w 12192000"/>
              <a:gd name="connsiteY60" fmla="*/ 6467293 h 6858000"/>
              <a:gd name="connsiteX61" fmla="*/ 371475 w 12192000"/>
              <a:gd name="connsiteY61" fmla="*/ 6506187 h 6858000"/>
              <a:gd name="connsiteX62" fmla="*/ 410852 w 12192000"/>
              <a:gd name="connsiteY62" fmla="*/ 6545081 h 6858000"/>
              <a:gd name="connsiteX63" fmla="*/ 450228 w 12192000"/>
              <a:gd name="connsiteY63" fmla="*/ 6506187 h 6858000"/>
              <a:gd name="connsiteX64" fmla="*/ 410852 w 12192000"/>
              <a:gd name="connsiteY64" fmla="*/ 6467293 h 6858000"/>
              <a:gd name="connsiteX65" fmla="*/ 567029 w 12192000"/>
              <a:gd name="connsiteY65" fmla="*/ 6440513 h 6858000"/>
              <a:gd name="connsiteX66" fmla="*/ 551961 w 12192000"/>
              <a:gd name="connsiteY66" fmla="*/ 6440513 h 6858000"/>
              <a:gd name="connsiteX67" fmla="*/ 541307 w 12192000"/>
              <a:gd name="connsiteY67" fmla="*/ 6465920 h 6858000"/>
              <a:gd name="connsiteX68" fmla="*/ 567029 w 12192000"/>
              <a:gd name="connsiteY68" fmla="*/ 6476443 h 6858000"/>
              <a:gd name="connsiteX69" fmla="*/ 577683 w 12192000"/>
              <a:gd name="connsiteY69" fmla="*/ 6451037 h 6858000"/>
              <a:gd name="connsiteX70" fmla="*/ 567029 w 12192000"/>
              <a:gd name="connsiteY70" fmla="*/ 6440513 h 6858000"/>
              <a:gd name="connsiteX71" fmla="*/ 888978 w 12192000"/>
              <a:gd name="connsiteY71" fmla="*/ 6435105 h 6858000"/>
              <a:gd name="connsiteX72" fmla="*/ 888978 w 12192000"/>
              <a:gd name="connsiteY72" fmla="*/ 6571476 h 6858000"/>
              <a:gd name="connsiteX73" fmla="*/ 904475 w 12192000"/>
              <a:gd name="connsiteY73" fmla="*/ 6571476 h 6858000"/>
              <a:gd name="connsiteX74" fmla="*/ 904475 w 12192000"/>
              <a:gd name="connsiteY74" fmla="*/ 6435105 h 6858000"/>
              <a:gd name="connsiteX75" fmla="*/ 770117 w 12192000"/>
              <a:gd name="connsiteY75" fmla="*/ 6433207 h 6858000"/>
              <a:gd name="connsiteX76" fmla="*/ 698783 w 12192000"/>
              <a:gd name="connsiteY76" fmla="*/ 6503234 h 6858000"/>
              <a:gd name="connsiteX77" fmla="*/ 770117 w 12192000"/>
              <a:gd name="connsiteY77" fmla="*/ 6573260 h 6858000"/>
              <a:gd name="connsiteX78" fmla="*/ 819780 w 12192000"/>
              <a:gd name="connsiteY78" fmla="*/ 6553487 h 6858000"/>
              <a:gd name="connsiteX79" fmla="*/ 808843 w 12192000"/>
              <a:gd name="connsiteY79" fmla="*/ 6542496 h 6858000"/>
              <a:gd name="connsiteX80" fmla="*/ 770117 w 12192000"/>
              <a:gd name="connsiteY80" fmla="*/ 6557906 h 6858000"/>
              <a:gd name="connsiteX81" fmla="*/ 714452 w 12192000"/>
              <a:gd name="connsiteY81" fmla="*/ 6503262 h 6858000"/>
              <a:gd name="connsiteX82" fmla="*/ 770117 w 12192000"/>
              <a:gd name="connsiteY82" fmla="*/ 6448618 h 6858000"/>
              <a:gd name="connsiteX83" fmla="*/ 808208 w 12192000"/>
              <a:gd name="connsiteY83" fmla="*/ 6463433 h 6858000"/>
              <a:gd name="connsiteX84" fmla="*/ 819087 w 12192000"/>
              <a:gd name="connsiteY84" fmla="*/ 6452357 h 6858000"/>
              <a:gd name="connsiteX85" fmla="*/ 770117 w 12192000"/>
              <a:gd name="connsiteY85" fmla="*/ 6433207 h 6858000"/>
              <a:gd name="connsiteX86" fmla="*/ 481312 w 12192000"/>
              <a:gd name="connsiteY86" fmla="*/ 6395662 h 6858000"/>
              <a:gd name="connsiteX87" fmla="*/ 456949 w 12192000"/>
              <a:gd name="connsiteY87" fmla="*/ 6405630 h 6858000"/>
              <a:gd name="connsiteX88" fmla="*/ 456949 w 12192000"/>
              <a:gd name="connsiteY88" fmla="*/ 6453757 h 6858000"/>
              <a:gd name="connsiteX89" fmla="*/ 505674 w 12192000"/>
              <a:gd name="connsiteY89" fmla="*/ 6453757 h 6858000"/>
              <a:gd name="connsiteX90" fmla="*/ 505674 w 12192000"/>
              <a:gd name="connsiteY90" fmla="*/ 6405630 h 6858000"/>
              <a:gd name="connsiteX91" fmla="*/ 481312 w 12192000"/>
              <a:gd name="connsiteY91" fmla="*/ 6395662 h 6858000"/>
              <a:gd name="connsiteX92" fmla="*/ 0 w 12192000"/>
              <a:gd name="connsiteY92" fmla="*/ 0 h 6858000"/>
              <a:gd name="connsiteX93" fmla="*/ 12192000 w 12192000"/>
              <a:gd name="connsiteY93" fmla="*/ 0 h 6858000"/>
              <a:gd name="connsiteX94" fmla="*/ 12192000 w 12192000"/>
              <a:gd name="connsiteY94" fmla="*/ 6858000 h 6858000"/>
              <a:gd name="connsiteX95" fmla="*/ 0 w 12192000"/>
              <a:gd name="connsiteY9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2192000" h="6858000">
                <a:moveTo>
                  <a:pt x="481312" y="6548651"/>
                </a:moveTo>
                <a:cubicBezTo>
                  <a:pt x="472494" y="6548651"/>
                  <a:pt x="463677" y="6551974"/>
                  <a:pt x="456949" y="6558619"/>
                </a:cubicBezTo>
                <a:cubicBezTo>
                  <a:pt x="443494" y="6571908"/>
                  <a:pt x="443494" y="6593456"/>
                  <a:pt x="456949" y="6606747"/>
                </a:cubicBezTo>
                <a:cubicBezTo>
                  <a:pt x="470405" y="6620036"/>
                  <a:pt x="492219" y="6620036"/>
                  <a:pt x="505674" y="6606747"/>
                </a:cubicBezTo>
                <a:cubicBezTo>
                  <a:pt x="519129" y="6593456"/>
                  <a:pt x="519129" y="6571908"/>
                  <a:pt x="505674" y="6558619"/>
                </a:cubicBezTo>
                <a:cubicBezTo>
                  <a:pt x="498946" y="6551974"/>
                  <a:pt x="490129" y="6548651"/>
                  <a:pt x="481312" y="6548651"/>
                </a:cubicBezTo>
                <a:close/>
                <a:moveTo>
                  <a:pt x="554436" y="6535103"/>
                </a:moveTo>
                <a:cubicBezTo>
                  <a:pt x="543928" y="6537860"/>
                  <a:pt x="537671" y="6548508"/>
                  <a:pt x="540461" y="6558888"/>
                </a:cubicBezTo>
                <a:cubicBezTo>
                  <a:pt x="543251" y="6569267"/>
                  <a:pt x="554032" y="6575448"/>
                  <a:pt x="564541" y="6572692"/>
                </a:cubicBezTo>
                <a:cubicBezTo>
                  <a:pt x="575049" y="6569936"/>
                  <a:pt x="581306" y="6559287"/>
                  <a:pt x="578516" y="6548908"/>
                </a:cubicBezTo>
                <a:cubicBezTo>
                  <a:pt x="575726" y="6538528"/>
                  <a:pt x="564944" y="6532347"/>
                  <a:pt x="554436" y="6535103"/>
                </a:cubicBezTo>
                <a:close/>
                <a:moveTo>
                  <a:pt x="1332684" y="6488900"/>
                </a:moveTo>
                <a:cubicBezTo>
                  <a:pt x="1351010" y="6488900"/>
                  <a:pt x="1364428" y="6499834"/>
                  <a:pt x="1367077" y="6517284"/>
                </a:cubicBezTo>
                <a:lnTo>
                  <a:pt x="1298285" y="6517284"/>
                </a:lnTo>
                <a:cubicBezTo>
                  <a:pt x="1301117" y="6500033"/>
                  <a:pt x="1314535" y="6488900"/>
                  <a:pt x="1332684" y="6488900"/>
                </a:cubicBezTo>
                <a:close/>
                <a:moveTo>
                  <a:pt x="1025790" y="6488900"/>
                </a:moveTo>
                <a:cubicBezTo>
                  <a:pt x="1044115" y="6488900"/>
                  <a:pt x="1057533" y="6499834"/>
                  <a:pt x="1060189" y="6517284"/>
                </a:cubicBezTo>
                <a:lnTo>
                  <a:pt x="991392" y="6517284"/>
                </a:lnTo>
                <a:cubicBezTo>
                  <a:pt x="994220" y="6500033"/>
                  <a:pt x="1007641" y="6488900"/>
                  <a:pt x="1025790" y="6488900"/>
                </a:cubicBezTo>
                <a:close/>
                <a:moveTo>
                  <a:pt x="1126527" y="6476832"/>
                </a:moveTo>
                <a:lnTo>
                  <a:pt x="1179366" y="6581503"/>
                </a:lnTo>
                <a:lnTo>
                  <a:pt x="1232205" y="6476832"/>
                </a:lnTo>
                <a:lnTo>
                  <a:pt x="1215349" y="6476832"/>
                </a:lnTo>
                <a:lnTo>
                  <a:pt x="1179455" y="6550201"/>
                </a:lnTo>
                <a:lnTo>
                  <a:pt x="1143529" y="6476832"/>
                </a:lnTo>
                <a:close/>
                <a:moveTo>
                  <a:pt x="1332684" y="6475019"/>
                </a:moveTo>
                <a:cubicBezTo>
                  <a:pt x="1303395" y="6474991"/>
                  <a:pt x="1282413" y="6495755"/>
                  <a:pt x="1282413" y="6524168"/>
                </a:cubicBezTo>
                <a:cubicBezTo>
                  <a:pt x="1282413" y="6552921"/>
                  <a:pt x="1303597" y="6573345"/>
                  <a:pt x="1334590" y="6573345"/>
                </a:cubicBezTo>
                <a:cubicBezTo>
                  <a:pt x="1358220" y="6573345"/>
                  <a:pt x="1371443" y="6563147"/>
                  <a:pt x="1375796" y="6558700"/>
                </a:cubicBezTo>
                <a:lnTo>
                  <a:pt x="1366535" y="6547566"/>
                </a:lnTo>
                <a:lnTo>
                  <a:pt x="1366194" y="6547863"/>
                </a:lnTo>
                <a:cubicBezTo>
                  <a:pt x="1362794" y="6550807"/>
                  <a:pt x="1352840" y="6559436"/>
                  <a:pt x="1334791" y="6559436"/>
                </a:cubicBezTo>
                <a:cubicBezTo>
                  <a:pt x="1314762" y="6559436"/>
                  <a:pt x="1300594" y="6547935"/>
                  <a:pt x="1298115" y="6529947"/>
                </a:cubicBezTo>
                <a:lnTo>
                  <a:pt x="1382407" y="6529947"/>
                </a:lnTo>
                <a:cubicBezTo>
                  <a:pt x="1382609" y="6528105"/>
                  <a:pt x="1382779" y="6526435"/>
                  <a:pt x="1382779" y="6524197"/>
                </a:cubicBezTo>
                <a:cubicBezTo>
                  <a:pt x="1382779" y="6495812"/>
                  <a:pt x="1362176" y="6475019"/>
                  <a:pt x="1332684" y="6475019"/>
                </a:cubicBezTo>
                <a:close/>
                <a:moveTo>
                  <a:pt x="1025790" y="6475019"/>
                </a:moveTo>
                <a:cubicBezTo>
                  <a:pt x="996500" y="6474991"/>
                  <a:pt x="975521" y="6495755"/>
                  <a:pt x="975521" y="6524168"/>
                </a:cubicBezTo>
                <a:cubicBezTo>
                  <a:pt x="975521" y="6552921"/>
                  <a:pt x="996702" y="6573345"/>
                  <a:pt x="1027694" y="6573345"/>
                </a:cubicBezTo>
                <a:cubicBezTo>
                  <a:pt x="1051326" y="6573345"/>
                  <a:pt x="1064542" y="6563147"/>
                  <a:pt x="1068901" y="6558700"/>
                </a:cubicBezTo>
                <a:lnTo>
                  <a:pt x="1059640" y="6547566"/>
                </a:lnTo>
                <a:lnTo>
                  <a:pt x="1059299" y="6547861"/>
                </a:lnTo>
                <a:cubicBezTo>
                  <a:pt x="1055906" y="6550804"/>
                  <a:pt x="1045945" y="6559436"/>
                  <a:pt x="1027897" y="6559436"/>
                </a:cubicBezTo>
                <a:cubicBezTo>
                  <a:pt x="1007868" y="6559436"/>
                  <a:pt x="993701" y="6547935"/>
                  <a:pt x="991219" y="6529947"/>
                </a:cubicBezTo>
                <a:lnTo>
                  <a:pt x="1075512" y="6529947"/>
                </a:lnTo>
                <a:cubicBezTo>
                  <a:pt x="1075714" y="6528105"/>
                  <a:pt x="1075884" y="6526435"/>
                  <a:pt x="1075884" y="6524197"/>
                </a:cubicBezTo>
                <a:cubicBezTo>
                  <a:pt x="1075884" y="6495812"/>
                  <a:pt x="1055281" y="6475019"/>
                  <a:pt x="1025790" y="6475019"/>
                </a:cubicBezTo>
                <a:close/>
                <a:moveTo>
                  <a:pt x="1504441" y="6474991"/>
                </a:moveTo>
                <a:cubicBezTo>
                  <a:pt x="1488740" y="6474991"/>
                  <a:pt x="1473878" y="6487483"/>
                  <a:pt x="1468775" y="6500061"/>
                </a:cubicBezTo>
                <a:lnTo>
                  <a:pt x="1468775" y="6476832"/>
                </a:lnTo>
                <a:lnTo>
                  <a:pt x="1453275" y="6476832"/>
                </a:lnTo>
                <a:lnTo>
                  <a:pt x="1453275" y="6571447"/>
                </a:lnTo>
                <a:lnTo>
                  <a:pt x="1468775" y="6571447"/>
                </a:lnTo>
                <a:lnTo>
                  <a:pt x="1468775" y="6530768"/>
                </a:lnTo>
                <a:cubicBezTo>
                  <a:pt x="1468775" y="6507880"/>
                  <a:pt x="1481296" y="6489466"/>
                  <a:pt x="1503231" y="6489466"/>
                </a:cubicBezTo>
                <a:cubicBezTo>
                  <a:pt x="1508447" y="6489466"/>
                  <a:pt x="1512232" y="6490118"/>
                  <a:pt x="1516730" y="6491421"/>
                </a:cubicBezTo>
                <a:lnTo>
                  <a:pt x="1516730" y="6476492"/>
                </a:lnTo>
                <a:lnTo>
                  <a:pt x="1516762" y="6476492"/>
                </a:lnTo>
                <a:lnTo>
                  <a:pt x="1516711" y="6476481"/>
                </a:lnTo>
                <a:cubicBezTo>
                  <a:pt x="1513273" y="6475692"/>
                  <a:pt x="1510208" y="6474991"/>
                  <a:pt x="1504441" y="6474991"/>
                </a:cubicBezTo>
                <a:close/>
                <a:moveTo>
                  <a:pt x="410852" y="6467293"/>
                </a:moveTo>
                <a:cubicBezTo>
                  <a:pt x="389105" y="6467293"/>
                  <a:pt x="371475" y="6484707"/>
                  <a:pt x="371475" y="6506187"/>
                </a:cubicBezTo>
                <a:cubicBezTo>
                  <a:pt x="371475" y="6527668"/>
                  <a:pt x="389105" y="6545081"/>
                  <a:pt x="410852" y="6545081"/>
                </a:cubicBezTo>
                <a:cubicBezTo>
                  <a:pt x="432599" y="6545081"/>
                  <a:pt x="450228" y="6527668"/>
                  <a:pt x="450228" y="6506187"/>
                </a:cubicBezTo>
                <a:cubicBezTo>
                  <a:pt x="450228" y="6484707"/>
                  <a:pt x="432599" y="6467293"/>
                  <a:pt x="410852" y="6467293"/>
                </a:cubicBezTo>
                <a:close/>
                <a:moveTo>
                  <a:pt x="567029" y="6440513"/>
                </a:moveTo>
                <a:cubicBezTo>
                  <a:pt x="562374" y="6438609"/>
                  <a:pt x="556984" y="6438458"/>
                  <a:pt x="551961" y="6440513"/>
                </a:cubicBezTo>
                <a:cubicBezTo>
                  <a:pt x="541917" y="6444623"/>
                  <a:pt x="537146" y="6455998"/>
                  <a:pt x="541307" y="6465920"/>
                </a:cubicBezTo>
                <a:cubicBezTo>
                  <a:pt x="545468" y="6475841"/>
                  <a:pt x="556984" y="6480553"/>
                  <a:pt x="567029" y="6476443"/>
                </a:cubicBezTo>
                <a:cubicBezTo>
                  <a:pt x="577074" y="6472333"/>
                  <a:pt x="581844" y="6460959"/>
                  <a:pt x="577683" y="6451037"/>
                </a:cubicBezTo>
                <a:cubicBezTo>
                  <a:pt x="575603" y="6446076"/>
                  <a:pt x="571684" y="6442417"/>
                  <a:pt x="567029" y="6440513"/>
                </a:cubicBezTo>
                <a:close/>
                <a:moveTo>
                  <a:pt x="888978" y="6435105"/>
                </a:moveTo>
                <a:lnTo>
                  <a:pt x="888978" y="6571476"/>
                </a:lnTo>
                <a:lnTo>
                  <a:pt x="904475" y="6571476"/>
                </a:lnTo>
                <a:lnTo>
                  <a:pt x="904475" y="6435105"/>
                </a:lnTo>
                <a:close/>
                <a:moveTo>
                  <a:pt x="770117" y="6433207"/>
                </a:moveTo>
                <a:cubicBezTo>
                  <a:pt x="730727" y="6433207"/>
                  <a:pt x="698783" y="6464567"/>
                  <a:pt x="698783" y="6503234"/>
                </a:cubicBezTo>
                <a:cubicBezTo>
                  <a:pt x="698783" y="6541901"/>
                  <a:pt x="730727" y="6573260"/>
                  <a:pt x="770117" y="6573260"/>
                </a:cubicBezTo>
                <a:cubicBezTo>
                  <a:pt x="789422" y="6573260"/>
                  <a:pt x="806939" y="6565725"/>
                  <a:pt x="819780" y="6553487"/>
                </a:cubicBezTo>
                <a:lnTo>
                  <a:pt x="808843" y="6542496"/>
                </a:lnTo>
                <a:cubicBezTo>
                  <a:pt x="798830" y="6552014"/>
                  <a:pt x="785180" y="6557906"/>
                  <a:pt x="770117" y="6557906"/>
                </a:cubicBezTo>
                <a:cubicBezTo>
                  <a:pt x="739384" y="6557906"/>
                  <a:pt x="714452" y="6533431"/>
                  <a:pt x="714452" y="6503262"/>
                </a:cubicBezTo>
                <a:cubicBezTo>
                  <a:pt x="714452" y="6473093"/>
                  <a:pt x="739384" y="6448618"/>
                  <a:pt x="770117" y="6448618"/>
                </a:cubicBezTo>
                <a:cubicBezTo>
                  <a:pt x="784863" y="6448618"/>
                  <a:pt x="798253" y="6454255"/>
                  <a:pt x="808208" y="6463433"/>
                </a:cubicBezTo>
                <a:lnTo>
                  <a:pt x="819087" y="6452357"/>
                </a:lnTo>
                <a:cubicBezTo>
                  <a:pt x="806304" y="6440488"/>
                  <a:pt x="789104" y="6433207"/>
                  <a:pt x="770117" y="6433207"/>
                </a:cubicBezTo>
                <a:close/>
                <a:moveTo>
                  <a:pt x="481312" y="6395662"/>
                </a:moveTo>
                <a:cubicBezTo>
                  <a:pt x="472494" y="6395662"/>
                  <a:pt x="463677" y="6398985"/>
                  <a:pt x="456949" y="6405630"/>
                </a:cubicBezTo>
                <a:cubicBezTo>
                  <a:pt x="443494" y="6418920"/>
                  <a:pt x="443494" y="6440467"/>
                  <a:pt x="456949" y="6453757"/>
                </a:cubicBezTo>
                <a:cubicBezTo>
                  <a:pt x="470405" y="6467047"/>
                  <a:pt x="492219" y="6467047"/>
                  <a:pt x="505674" y="6453757"/>
                </a:cubicBezTo>
                <a:cubicBezTo>
                  <a:pt x="519129" y="6440467"/>
                  <a:pt x="519129" y="6418920"/>
                  <a:pt x="505674" y="6405630"/>
                </a:cubicBezTo>
                <a:cubicBezTo>
                  <a:pt x="498946" y="6398985"/>
                  <a:pt x="490129" y="6395662"/>
                  <a:pt x="481312" y="6395662"/>
                </a:cubicBezTo>
                <a:close/>
                <a:moveTo>
                  <a:pt x="0" y="0"/>
                </a:moveTo>
                <a:lnTo>
                  <a:pt x="12192000" y="0"/>
                </a:lnTo>
                <a:lnTo>
                  <a:pt x="12192000" y="6858000"/>
                </a:lnTo>
                <a:lnTo>
                  <a:pt x="0" y="6858000"/>
                </a:lnTo>
                <a:close/>
              </a:path>
            </a:pathLst>
          </a:custGeom>
          <a:solidFill>
            <a:schemeClr val="bg1">
              <a:lumMod val="85000"/>
            </a:schemeClr>
          </a:solidFill>
        </p:spPr>
        <p:txBody>
          <a:bodyPr wrap="square" lIns="72000" tIns="72000" rIns="72000">
            <a:noAutofit/>
          </a:bodyPr>
          <a:lstStyle>
            <a:lvl1pPr marL="0" indent="0" algn="ctr">
              <a:lnSpc>
                <a:spcPct val="100000"/>
              </a:lnSpc>
              <a:spcAft>
                <a:spcPts val="0"/>
              </a:spcAft>
              <a:buNone/>
              <a:defRPr sz="1600"/>
            </a:lvl1pPr>
          </a:lstStyle>
          <a:p>
            <a:r>
              <a:rPr lang="da-DK" dirty="0"/>
              <a:t>Klik på rammen og indsæt et mørkt billede ved at bruge fanen Indsæt - Billeder</a:t>
            </a:r>
          </a:p>
        </p:txBody>
      </p:sp>
      <p:sp>
        <p:nvSpPr>
          <p:cNvPr id="7" name="Date Placeholder 6">
            <a:extLst>
              <a:ext uri="{FF2B5EF4-FFF2-40B4-BE49-F238E27FC236}">
                <a16:creationId xmlns:a16="http://schemas.microsoft.com/office/drawing/2014/main" id="{1B4DBC4B-7E16-45D0-B72A-99EBDFD16699}"/>
              </a:ext>
            </a:extLst>
          </p:cNvPr>
          <p:cNvSpPr>
            <a:spLocks noGrp="1"/>
          </p:cNvSpPr>
          <p:nvPr>
            <p:ph type="dt" sz="half" idx="15"/>
          </p:nvPr>
        </p:nvSpPr>
        <p:spPr>
          <a:xfrm>
            <a:off x="11046620" y="6463506"/>
            <a:ext cx="748506" cy="136869"/>
          </a:xfrm>
          <a:effectLst/>
        </p:spPr>
        <p:txBody>
          <a:bodyPr vert="horz" wrap="square" anchor="b">
            <a:noAutofit/>
          </a:bodyPr>
          <a:lstStyle>
            <a:lvl1pPr algn="r">
              <a:defRPr sz="800" b="0" i="0" u="none" strike="noStrike" baseline="0">
                <a:solidFill>
                  <a:schemeClr val="bg1"/>
                </a:solidFill>
                <a:latin typeface="Clever Sans OFFC" pitchFamily="34" charset="0"/>
              </a:defRPr>
            </a:lvl1pPr>
          </a:lstStyle>
          <a:p>
            <a:fld id="{31C32AA7-4D32-46CB-ABB0-3FCE5FA44E81}" type="datetime1">
              <a:rPr lang="da-DK" smtClean="0"/>
              <a:pPr/>
              <a:t>23.09.2026</a:t>
            </a:fld>
            <a:endParaRPr lang="da-DK" dirty="0"/>
          </a:p>
        </p:txBody>
      </p:sp>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da-DK" smtClean="0"/>
              <a:pPr/>
              <a:t>‹#›</a:t>
            </a:fld>
            <a:endParaRPr lang="da-DK" dirty="0"/>
          </a:p>
        </p:txBody>
      </p:sp>
      <p:sp>
        <p:nvSpPr>
          <p:cNvPr id="2" name="Title 1"/>
          <p:cNvSpPr>
            <a:spLocks noGrp="1"/>
          </p:cNvSpPr>
          <p:nvPr>
            <p:ph type="ctrTitle" hasCustomPrompt="1"/>
          </p:nvPr>
        </p:nvSpPr>
        <p:spPr>
          <a:xfrm>
            <a:off x="395287" y="395288"/>
            <a:ext cx="6581775" cy="682466"/>
          </a:xfrm>
        </p:spPr>
        <p:txBody>
          <a:bodyPr anchor="t"/>
          <a:lstStyle>
            <a:lvl1pPr algn="l">
              <a:defRPr sz="4800">
                <a:solidFill>
                  <a:schemeClr val="bg1"/>
                </a:solidFill>
              </a:defRPr>
            </a:lvl1pPr>
          </a:lstStyle>
          <a:p>
            <a:r>
              <a:rPr lang="da-DK" dirty="0"/>
              <a:t>Titel</a:t>
            </a:r>
          </a:p>
        </p:txBody>
      </p:sp>
      <p:sp>
        <p:nvSpPr>
          <p:cNvPr id="13" name="Subtitle 2">
            <a:extLst>
              <a:ext uri="{FF2B5EF4-FFF2-40B4-BE49-F238E27FC236}">
                <a16:creationId xmlns:a16="http://schemas.microsoft.com/office/drawing/2014/main" id="{EBC5C7D1-5DF6-BD58-1021-844CB8EA9AE3}"/>
              </a:ext>
            </a:extLst>
          </p:cNvPr>
          <p:cNvSpPr>
            <a:spLocks noGrp="1"/>
          </p:cNvSpPr>
          <p:nvPr>
            <p:ph type="subTitle" idx="1" hasCustomPrompt="1"/>
          </p:nvPr>
        </p:nvSpPr>
        <p:spPr>
          <a:xfrm>
            <a:off x="395287" y="1077754"/>
            <a:ext cx="6581775" cy="682466"/>
          </a:xfrm>
        </p:spPr>
        <p:txBody>
          <a:bodyPr/>
          <a:lstStyle>
            <a:lvl1pPr marL="0" indent="0" algn="l">
              <a:spcBef>
                <a:spcPts val="0"/>
              </a:spcBef>
              <a:buFont typeface="Clever Sans OFFC" panose="020B0504050501040104" pitchFamily="34" charset="0"/>
              <a:buNone/>
              <a:defRPr sz="4800" b="0">
                <a:solidFill>
                  <a:schemeClr val="bg1">
                    <a:alpha val="60000"/>
                  </a:schemeClr>
                </a:solidFill>
                <a:latin typeface="+mn-lt"/>
              </a:defRPr>
            </a:lvl1pPr>
            <a:lvl2pPr marL="0" indent="0" algn="l">
              <a:spcAft>
                <a:spcPts val="600"/>
              </a:spcAft>
              <a:buFont typeface="Clever Sans OFFC" panose="020B0504050501040104" pitchFamily="34" charset="0"/>
              <a:buNone/>
              <a:defRPr sz="4800" b="0">
                <a:solidFill>
                  <a:schemeClr val="bg2">
                    <a:alpha val="60000"/>
                  </a:schemeClr>
                </a:solidFill>
                <a:latin typeface="+mn-lt"/>
              </a:defRPr>
            </a:lvl2pPr>
            <a:lvl3pPr marL="0" indent="0" algn="l">
              <a:spcAft>
                <a:spcPts val="600"/>
              </a:spcAft>
              <a:buFont typeface="Clever Sans OFFC" panose="020B0504050501040104" pitchFamily="34" charset="0"/>
              <a:buNone/>
              <a:defRPr sz="4800" b="0">
                <a:solidFill>
                  <a:schemeClr val="bg2">
                    <a:alpha val="60000"/>
                  </a:schemeClr>
                </a:solidFill>
                <a:latin typeface="+mn-lt"/>
              </a:defRPr>
            </a:lvl3pPr>
            <a:lvl4pPr marL="0" indent="0" algn="l">
              <a:spcAft>
                <a:spcPts val="600"/>
              </a:spcAft>
              <a:buFont typeface="Clever Sans OFFC" panose="020B0504050501040104" pitchFamily="34" charset="0"/>
              <a:buNone/>
              <a:defRPr sz="4800" b="0">
                <a:solidFill>
                  <a:schemeClr val="bg2">
                    <a:alpha val="60000"/>
                  </a:schemeClr>
                </a:solidFill>
                <a:latin typeface="+mn-lt"/>
              </a:defRPr>
            </a:lvl4pPr>
            <a:lvl5pPr marL="0" indent="0" algn="l">
              <a:spcAft>
                <a:spcPts val="600"/>
              </a:spcAft>
              <a:buFont typeface="Clever Sans OFFC" panose="020B0504050501040104" pitchFamily="34" charset="0"/>
              <a:buNone/>
              <a:defRPr sz="4800" b="0">
                <a:solidFill>
                  <a:schemeClr val="bg2">
                    <a:alpha val="60000"/>
                  </a:schemeClr>
                </a:solidFill>
                <a:latin typeface="+mn-lt"/>
              </a:defRPr>
            </a:lvl5pPr>
            <a:lvl6pPr marL="0" indent="0" algn="l">
              <a:spcAft>
                <a:spcPts val="600"/>
              </a:spcAft>
              <a:buFont typeface="Clever Sans OFFC" panose="020B0504050501040104" pitchFamily="34" charset="0"/>
              <a:buNone/>
              <a:defRPr sz="4800" b="0">
                <a:solidFill>
                  <a:schemeClr val="bg2">
                    <a:alpha val="60000"/>
                  </a:schemeClr>
                </a:solidFill>
                <a:latin typeface="+mn-lt"/>
              </a:defRPr>
            </a:lvl6pPr>
            <a:lvl7pPr marL="0" indent="0" algn="l">
              <a:spcAft>
                <a:spcPts val="600"/>
              </a:spcAft>
              <a:buFont typeface="Clever Sans OFFC" panose="020B0504050501040104" pitchFamily="34" charset="0"/>
              <a:buNone/>
              <a:defRPr sz="4800" b="0">
                <a:solidFill>
                  <a:schemeClr val="bg2">
                    <a:alpha val="60000"/>
                  </a:schemeClr>
                </a:solidFill>
                <a:latin typeface="+mn-lt"/>
              </a:defRPr>
            </a:lvl7pPr>
            <a:lvl8pPr marL="0" indent="0" algn="l">
              <a:spcAft>
                <a:spcPts val="600"/>
              </a:spcAft>
              <a:buFont typeface="Clever Sans OFFC" panose="020B0504050501040104" pitchFamily="34" charset="0"/>
              <a:buNone/>
              <a:defRPr sz="4800" b="0">
                <a:solidFill>
                  <a:schemeClr val="bg2">
                    <a:alpha val="60000"/>
                  </a:schemeClr>
                </a:solidFill>
                <a:latin typeface="+mn-lt"/>
              </a:defRPr>
            </a:lvl8pPr>
            <a:lvl9pPr marL="0" indent="0" algn="l">
              <a:spcAft>
                <a:spcPts val="600"/>
              </a:spcAft>
              <a:buFont typeface="Clever Sans OFFC" panose="020B0504050501040104" pitchFamily="34" charset="0"/>
              <a:buNone/>
              <a:defRPr sz="4800" b="0">
                <a:solidFill>
                  <a:schemeClr val="bg2">
                    <a:alpha val="60000"/>
                  </a:schemeClr>
                </a:solidFill>
                <a:latin typeface="+mn-lt"/>
              </a:defRPr>
            </a:lvl9pPr>
          </a:lstStyle>
          <a:p>
            <a:r>
              <a:rPr lang="da-DK" dirty="0"/>
              <a:t>Undertekst</a:t>
            </a:r>
          </a:p>
        </p:txBody>
      </p:sp>
      <p:sp>
        <p:nvSpPr>
          <p:cNvPr id="6" name="Title 1">
            <a:extLst>
              <a:ext uri="{FF2B5EF4-FFF2-40B4-BE49-F238E27FC236}">
                <a16:creationId xmlns:a16="http://schemas.microsoft.com/office/drawing/2014/main" id="{B57E1D51-C751-BBF4-97B6-371D144D4D1F}"/>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Titel + baggrund</a:t>
            </a:r>
          </a:p>
        </p:txBody>
      </p:sp>
    </p:spTree>
    <p:extLst>
      <p:ext uri="{BB962C8B-B14F-4D97-AF65-F5344CB8AC3E}">
        <p14:creationId xmlns:p14="http://schemas.microsoft.com/office/powerpoint/2010/main" val="41058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foto">
    <p:spTree>
      <p:nvGrpSpPr>
        <p:cNvPr id="1" name=""/>
        <p:cNvGrpSpPr/>
        <p:nvPr/>
      </p:nvGrpSpPr>
      <p:grpSpPr>
        <a:xfrm>
          <a:off x="0" y="0"/>
          <a:ext cx="0" cy="0"/>
          <a:chOff x="0" y="0"/>
          <a:chExt cx="0" cy="0"/>
        </a:xfrm>
      </p:grpSpPr>
      <p:sp>
        <p:nvSpPr>
          <p:cNvPr id="10" name="Date Placeholder 6" hidden="1">
            <a:extLst>
              <a:ext uri="{FF2B5EF4-FFF2-40B4-BE49-F238E27FC236}">
                <a16:creationId xmlns:a16="http://schemas.microsoft.com/office/drawing/2014/main" id="{A0208642-FAE2-4418-9014-1CE767DCC7FD}"/>
              </a:ext>
            </a:extLst>
          </p:cNvPr>
          <p:cNvSpPr>
            <a:spLocks noGrp="1"/>
          </p:cNvSpPr>
          <p:nvPr>
            <p:ph type="dt" sz="half" idx="15"/>
          </p:nvPr>
        </p:nvSpPr>
        <p:spPr>
          <a:xfrm>
            <a:off x="0" y="6858000"/>
            <a:ext cx="0" cy="0"/>
          </a:xfrm>
        </p:spPr>
        <p:txBody>
          <a:bodyPr/>
          <a:lstStyle>
            <a:lvl1pPr>
              <a:defRPr sz="100">
                <a:noFill/>
              </a:defRPr>
            </a:lvl1pPr>
          </a:lstStyle>
          <a:p>
            <a:fld id="{AF2D4953-22BD-466C-BB4A-A5C7281C47AE}" type="datetime4">
              <a:rPr lang="da-DK" smtClean="0"/>
              <a:t>26-09-23</a:t>
            </a:fld>
            <a:endParaRPr lang="da-DK" dirty="0"/>
          </a:p>
        </p:txBody>
      </p:sp>
      <p:sp>
        <p:nvSpPr>
          <p:cNvPr id="11" name="Footer Placeholder 8" hidden="1">
            <a:extLst>
              <a:ext uri="{FF2B5EF4-FFF2-40B4-BE49-F238E27FC236}">
                <a16:creationId xmlns:a16="http://schemas.microsoft.com/office/drawing/2014/main" id="{E7F83165-73E5-45CF-B88B-91410D08B505}"/>
              </a:ext>
            </a:extLst>
          </p:cNvPr>
          <p:cNvSpPr>
            <a:spLocks noGrp="1"/>
          </p:cNvSpPr>
          <p:nvPr>
            <p:ph type="ftr" sz="quarter" idx="16"/>
          </p:nvPr>
        </p:nvSpPr>
        <p:spPr>
          <a:xfrm>
            <a:off x="0" y="6858000"/>
            <a:ext cx="0" cy="0"/>
          </a:xfrm>
        </p:spPr>
        <p:txBody>
          <a:bodyPr/>
          <a:lstStyle>
            <a:lvl1pPr>
              <a:defRPr sz="100">
                <a:noFill/>
              </a:defRPr>
            </a:lvl1pPr>
          </a:lstStyle>
          <a:p>
            <a:endParaRPr lang="da-DK" dirty="0"/>
          </a:p>
        </p:txBody>
      </p:sp>
      <p:sp>
        <p:nvSpPr>
          <p:cNvPr id="5" name="Title 1">
            <a:extLst>
              <a:ext uri="{FF2B5EF4-FFF2-40B4-BE49-F238E27FC236}">
                <a16:creationId xmlns:a16="http://schemas.microsoft.com/office/drawing/2014/main" id="{8E1BB9C5-7E4C-8CDD-5F5E-CD5FBC4C99C7}"/>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Agenda + foto</a:t>
            </a:r>
          </a:p>
        </p:txBody>
      </p:sp>
      <p:sp>
        <p:nvSpPr>
          <p:cNvPr id="3" name="Text pg  2">
            <a:extLst>
              <a:ext uri="{FF2B5EF4-FFF2-40B4-BE49-F238E27FC236}">
                <a16:creationId xmlns:a16="http://schemas.microsoft.com/office/drawing/2014/main" id="{22A0B025-B12A-275C-6152-2B749A716B8C}"/>
              </a:ext>
            </a:extLst>
          </p:cNvPr>
          <p:cNvSpPr>
            <a:spLocks noGrp="1"/>
          </p:cNvSpPr>
          <p:nvPr>
            <p:ph type="title" sz="quarter" idx="20" hasCustomPrompt="1"/>
          </p:nvPr>
        </p:nvSpPr>
        <p:spPr>
          <a:xfrm>
            <a:off x="401313" y="395288"/>
            <a:ext cx="446476" cy="5773737"/>
          </a:xfrm>
        </p:spPr>
        <p:txBody>
          <a:bodyPr lIns="0"/>
          <a:lstStyle>
            <a:lvl1pPr marL="0" indent="0" algn="l">
              <a:lnSpc>
                <a:spcPct val="100000"/>
              </a:lnSpc>
              <a:spcBef>
                <a:spcPts val="0"/>
              </a:spcBef>
              <a:spcAft>
                <a:spcPts val="0"/>
              </a:spcAft>
              <a:buSzPct val="100000"/>
              <a:buFont typeface="+mj-lt"/>
              <a:buNone/>
              <a:defRPr sz="2400"/>
            </a:lvl1pPr>
            <a:lvl2pPr marL="0" indent="0">
              <a:lnSpc>
                <a:spcPct val="100000"/>
              </a:lnSpc>
              <a:spcBef>
                <a:spcPts val="0"/>
              </a:spcBef>
              <a:spcAft>
                <a:spcPts val="0"/>
              </a:spcAft>
              <a:buSzPct val="100000"/>
              <a:buFont typeface="+mj-lt"/>
              <a:buNone/>
              <a:defRPr sz="2400" b="0">
                <a:solidFill>
                  <a:schemeClr val="bg2"/>
                </a:solidFill>
              </a:defRPr>
            </a:lvl2pPr>
            <a:lvl3pPr marL="0" indent="0">
              <a:lnSpc>
                <a:spcPct val="100000"/>
              </a:lnSpc>
              <a:spcBef>
                <a:spcPts val="0"/>
              </a:spcBef>
              <a:spcAft>
                <a:spcPts val="0"/>
              </a:spcAft>
              <a:buSzPct val="100000"/>
              <a:buFont typeface="+mj-lt"/>
              <a:buNone/>
              <a:defRPr sz="2400" b="0"/>
            </a:lvl3pPr>
            <a:lvl4pPr marL="0" indent="0">
              <a:lnSpc>
                <a:spcPct val="100000"/>
              </a:lnSpc>
              <a:spcBef>
                <a:spcPts val="0"/>
              </a:spcBef>
              <a:spcAft>
                <a:spcPts val="0"/>
              </a:spcAft>
              <a:buSzPct val="100000"/>
              <a:buFont typeface="+mj-lt"/>
              <a:buNone/>
              <a:defRPr sz="2400" b="0">
                <a:solidFill>
                  <a:schemeClr val="bg2"/>
                </a:solidFill>
              </a:defRPr>
            </a:lvl4pPr>
            <a:lvl5pPr marL="0" indent="0">
              <a:lnSpc>
                <a:spcPct val="100000"/>
              </a:lnSpc>
              <a:spcBef>
                <a:spcPts val="0"/>
              </a:spcBef>
              <a:spcAft>
                <a:spcPts val="0"/>
              </a:spcAft>
              <a:buSzPct val="100000"/>
              <a:buFont typeface="+mj-lt"/>
              <a:buNone/>
              <a:defRPr sz="2400" b="0"/>
            </a:lvl5pPr>
            <a:lvl6pPr marL="0" indent="0">
              <a:lnSpc>
                <a:spcPct val="100000"/>
              </a:lnSpc>
              <a:spcBef>
                <a:spcPts val="0"/>
              </a:spcBef>
              <a:spcAft>
                <a:spcPts val="0"/>
              </a:spcAft>
              <a:buSzPct val="100000"/>
              <a:buFont typeface="+mj-lt"/>
              <a:buNone/>
              <a:defRPr sz="2400" b="0">
                <a:solidFill>
                  <a:schemeClr val="bg2"/>
                </a:solidFill>
              </a:defRPr>
            </a:lvl6pPr>
            <a:lvl7pPr marL="0" indent="0">
              <a:lnSpc>
                <a:spcPct val="100000"/>
              </a:lnSpc>
              <a:spcBef>
                <a:spcPts val="0"/>
              </a:spcBef>
              <a:spcAft>
                <a:spcPts val="0"/>
              </a:spcAft>
              <a:buSzPct val="100000"/>
              <a:buFont typeface="+mj-lt"/>
              <a:buNone/>
              <a:defRPr sz="2400" b="0"/>
            </a:lvl7pPr>
            <a:lvl8pPr marL="0" indent="0">
              <a:lnSpc>
                <a:spcPct val="100000"/>
              </a:lnSpc>
              <a:spcBef>
                <a:spcPts val="0"/>
              </a:spcBef>
              <a:spcAft>
                <a:spcPts val="0"/>
              </a:spcAft>
              <a:buSzPct val="100000"/>
              <a:buFont typeface="+mj-lt"/>
              <a:buNone/>
              <a:defRPr sz="2400" b="0">
                <a:solidFill>
                  <a:schemeClr val="bg2"/>
                </a:solidFill>
              </a:defRPr>
            </a:lvl8pPr>
            <a:lvl9pPr marL="0" indent="0">
              <a:lnSpc>
                <a:spcPct val="100000"/>
              </a:lnSpc>
              <a:spcBef>
                <a:spcPts val="0"/>
              </a:spcBef>
              <a:spcAft>
                <a:spcPts val="0"/>
              </a:spcAft>
              <a:buSzPct val="100000"/>
              <a:buFont typeface="+mj-lt"/>
              <a:buNone/>
              <a:defRPr sz="2400" b="0"/>
            </a:lvl9pPr>
          </a:lstStyle>
          <a:p>
            <a:pPr lvl="0"/>
            <a:r>
              <a:rPr lang="da-DK" noProof="0" dirty="0"/>
              <a:t>Tilføj nr.</a:t>
            </a:r>
          </a:p>
        </p:txBody>
      </p:sp>
      <p:sp>
        <p:nvSpPr>
          <p:cNvPr id="7" name="Text Placeholder 2"/>
          <p:cNvSpPr>
            <a:spLocks noGrp="1"/>
          </p:cNvSpPr>
          <p:nvPr>
            <p:ph type="body" sz="quarter" idx="13" hasCustomPrompt="1"/>
          </p:nvPr>
        </p:nvSpPr>
        <p:spPr>
          <a:xfrm>
            <a:off x="1358900" y="395288"/>
            <a:ext cx="4656137" cy="5773737"/>
          </a:xfrm>
        </p:spPr>
        <p:txBody>
          <a:bodyPr lIns="0"/>
          <a:lstStyle>
            <a:lvl1pPr marL="0" indent="0">
              <a:lnSpc>
                <a:spcPct val="100000"/>
              </a:lnSpc>
              <a:spcBef>
                <a:spcPts val="0"/>
              </a:spcBef>
              <a:spcAft>
                <a:spcPts val="0"/>
              </a:spcAft>
              <a:buSzPct val="100000"/>
              <a:buFont typeface="+mj-lt"/>
              <a:buNone/>
              <a:defRPr sz="2400"/>
            </a:lvl1pPr>
            <a:lvl2pPr marL="0" indent="0">
              <a:lnSpc>
                <a:spcPct val="100000"/>
              </a:lnSpc>
              <a:spcBef>
                <a:spcPts val="0"/>
              </a:spcBef>
              <a:spcAft>
                <a:spcPts val="0"/>
              </a:spcAft>
              <a:buSzPct val="100000"/>
              <a:buFont typeface="+mj-lt"/>
              <a:buNone/>
              <a:defRPr sz="2400" b="0">
                <a:solidFill>
                  <a:schemeClr val="bg2"/>
                </a:solidFill>
              </a:defRPr>
            </a:lvl2pPr>
            <a:lvl3pPr marL="0" indent="0">
              <a:lnSpc>
                <a:spcPct val="100000"/>
              </a:lnSpc>
              <a:spcBef>
                <a:spcPts val="0"/>
              </a:spcBef>
              <a:spcAft>
                <a:spcPts val="0"/>
              </a:spcAft>
              <a:buSzPct val="100000"/>
              <a:buFont typeface="+mj-lt"/>
              <a:buNone/>
              <a:defRPr sz="2400" b="0"/>
            </a:lvl3pPr>
            <a:lvl4pPr marL="0" indent="0">
              <a:lnSpc>
                <a:spcPct val="100000"/>
              </a:lnSpc>
              <a:spcBef>
                <a:spcPts val="0"/>
              </a:spcBef>
              <a:spcAft>
                <a:spcPts val="0"/>
              </a:spcAft>
              <a:buSzPct val="100000"/>
              <a:buFont typeface="+mj-lt"/>
              <a:buNone/>
              <a:defRPr sz="2400" b="0">
                <a:solidFill>
                  <a:schemeClr val="bg2"/>
                </a:solidFill>
              </a:defRPr>
            </a:lvl4pPr>
            <a:lvl5pPr marL="0" indent="0">
              <a:lnSpc>
                <a:spcPct val="100000"/>
              </a:lnSpc>
              <a:spcBef>
                <a:spcPts val="0"/>
              </a:spcBef>
              <a:spcAft>
                <a:spcPts val="0"/>
              </a:spcAft>
              <a:buSzPct val="100000"/>
              <a:buFont typeface="+mj-lt"/>
              <a:buNone/>
              <a:defRPr sz="2400" b="0"/>
            </a:lvl5pPr>
            <a:lvl6pPr marL="0" indent="0">
              <a:lnSpc>
                <a:spcPct val="100000"/>
              </a:lnSpc>
              <a:spcBef>
                <a:spcPts val="0"/>
              </a:spcBef>
              <a:spcAft>
                <a:spcPts val="0"/>
              </a:spcAft>
              <a:buSzPct val="100000"/>
              <a:buFont typeface="+mj-lt"/>
              <a:buNone/>
              <a:defRPr sz="2400" b="0">
                <a:solidFill>
                  <a:schemeClr val="bg2"/>
                </a:solidFill>
              </a:defRPr>
            </a:lvl6pPr>
            <a:lvl7pPr marL="0" indent="0">
              <a:lnSpc>
                <a:spcPct val="100000"/>
              </a:lnSpc>
              <a:spcBef>
                <a:spcPts val="0"/>
              </a:spcBef>
              <a:spcAft>
                <a:spcPts val="0"/>
              </a:spcAft>
              <a:buSzPct val="100000"/>
              <a:buFont typeface="+mj-lt"/>
              <a:buNone/>
              <a:defRPr sz="2400" b="0"/>
            </a:lvl7pPr>
            <a:lvl8pPr marL="0" indent="0">
              <a:lnSpc>
                <a:spcPct val="100000"/>
              </a:lnSpc>
              <a:spcBef>
                <a:spcPts val="0"/>
              </a:spcBef>
              <a:spcAft>
                <a:spcPts val="0"/>
              </a:spcAft>
              <a:buSzPct val="100000"/>
              <a:buFont typeface="+mj-lt"/>
              <a:buNone/>
              <a:defRPr sz="2400" b="0">
                <a:solidFill>
                  <a:schemeClr val="bg2"/>
                </a:solidFill>
              </a:defRPr>
            </a:lvl8pPr>
            <a:lvl9pPr marL="0" indent="0">
              <a:lnSpc>
                <a:spcPct val="100000"/>
              </a:lnSpc>
              <a:spcBef>
                <a:spcPts val="0"/>
              </a:spcBef>
              <a:spcAft>
                <a:spcPts val="0"/>
              </a:spcAft>
              <a:buSzPct val="100000"/>
              <a:buFont typeface="+mj-lt"/>
              <a:buNone/>
              <a:defRPr sz="2400" b="0"/>
            </a:lvl9pPr>
          </a:lstStyle>
          <a:p>
            <a:pPr lvl="0"/>
            <a:r>
              <a:rPr lang="da-DK" noProof="0" dirty="0"/>
              <a:t>Tilføj agendapunkt</a:t>
            </a:r>
          </a:p>
        </p:txBody>
      </p:sp>
      <p:sp>
        <p:nvSpPr>
          <p:cNvPr id="2" name="Picture Placeholder 7">
            <a:extLst>
              <a:ext uri="{FF2B5EF4-FFF2-40B4-BE49-F238E27FC236}">
                <a16:creationId xmlns:a16="http://schemas.microsoft.com/office/drawing/2014/main" id="{D8191692-22BA-FA8E-E16F-7EEA68A3D47E}"/>
              </a:ext>
            </a:extLst>
          </p:cNvPr>
          <p:cNvSpPr>
            <a:spLocks noGrp="1"/>
          </p:cNvSpPr>
          <p:nvPr>
            <p:ph type="pic" sz="quarter" idx="18" hasCustomPrompt="1"/>
          </p:nvPr>
        </p:nvSpPr>
        <p:spPr>
          <a:xfrm>
            <a:off x="6176962" y="395288"/>
            <a:ext cx="5618163" cy="5773738"/>
          </a:xfrm>
          <a:solidFill>
            <a:schemeClr val="bg1">
              <a:lumMod val="85000"/>
            </a:schemeClr>
          </a:solidFill>
        </p:spPr>
        <p:txBody>
          <a:bodyPr lIns="72000" tIns="900000" rIns="72000" anchor="ctr"/>
          <a:lstStyle>
            <a:lvl1pPr marL="0" indent="0" algn="ctr">
              <a:lnSpc>
                <a:spcPct val="100000"/>
              </a:lnSpc>
              <a:spcAft>
                <a:spcPts val="0"/>
              </a:spcAft>
              <a:buNone/>
              <a:defRPr sz="1600"/>
            </a:lvl1pPr>
          </a:lstStyle>
          <a:p>
            <a:r>
              <a:rPr lang="da-DK" dirty="0"/>
              <a:t>Klik for at tilføje billede</a:t>
            </a:r>
          </a:p>
        </p:txBody>
      </p:sp>
      <p:sp>
        <p:nvSpPr>
          <p:cNvPr id="4" name="Slide Number Placeholder 3">
            <a:extLst>
              <a:ext uri="{FF2B5EF4-FFF2-40B4-BE49-F238E27FC236}">
                <a16:creationId xmlns:a16="http://schemas.microsoft.com/office/drawing/2014/main" id="{24C8ED44-1391-FC15-2894-B4CB48349009}"/>
              </a:ext>
            </a:extLst>
          </p:cNvPr>
          <p:cNvSpPr>
            <a:spLocks noGrp="1"/>
          </p:cNvSpPr>
          <p:nvPr>
            <p:ph type="sldNum" sz="quarter" idx="19"/>
          </p:nvPr>
        </p:nvSpPr>
        <p:spPr/>
        <p:txBody>
          <a:bodyPr/>
          <a:lstStyle>
            <a:lvl1pPr>
              <a:defRPr baseline="0">
                <a:solidFill>
                  <a:schemeClr val="bg2"/>
                </a:solidFill>
              </a:defRPr>
            </a:lvl1pPr>
          </a:lstStyle>
          <a:p>
            <a:fld id="{23AA811B-2EBD-4900-905E-5BE206449611}" type="slidenum">
              <a:rPr lang="da-DK" smtClean="0"/>
              <a:pPr/>
              <a:t>‹#›</a:t>
            </a:fld>
            <a:endParaRPr lang="da-DK" dirty="0"/>
          </a:p>
        </p:txBody>
      </p:sp>
    </p:spTree>
    <p:extLst>
      <p:ext uri="{BB962C8B-B14F-4D97-AF65-F5344CB8AC3E}">
        <p14:creationId xmlns:p14="http://schemas.microsoft.com/office/powerpoint/2010/main" val="454267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9DF7D139-CCB2-1350-EF9D-822EC2583989}"/>
              </a:ext>
            </a:extLst>
          </p:cNvPr>
          <p:cNvSpPr/>
          <p:nvPr userDrawn="1"/>
        </p:nvSpPr>
        <p:spPr bwMode="white">
          <a:xfrm>
            <a:off x="0" y="0"/>
            <a:ext cx="121932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0" name="Date Placeholder 6" hidden="1">
            <a:extLst>
              <a:ext uri="{FF2B5EF4-FFF2-40B4-BE49-F238E27FC236}">
                <a16:creationId xmlns:a16="http://schemas.microsoft.com/office/drawing/2014/main" id="{A0208642-FAE2-4418-9014-1CE767DCC7FD}"/>
              </a:ext>
            </a:extLst>
          </p:cNvPr>
          <p:cNvSpPr>
            <a:spLocks noGrp="1"/>
          </p:cNvSpPr>
          <p:nvPr>
            <p:ph type="dt" sz="half" idx="15"/>
          </p:nvPr>
        </p:nvSpPr>
        <p:spPr>
          <a:xfrm>
            <a:off x="0" y="6858000"/>
            <a:ext cx="0" cy="0"/>
          </a:xfrm>
        </p:spPr>
        <p:txBody>
          <a:bodyPr/>
          <a:lstStyle>
            <a:lvl1pPr>
              <a:defRPr sz="100">
                <a:noFill/>
              </a:defRPr>
            </a:lvl1pPr>
          </a:lstStyle>
          <a:p>
            <a:fld id="{AF2D4953-22BD-466C-BB4A-A5C7281C47AE}" type="datetime4">
              <a:rPr lang="da-DK" smtClean="0"/>
              <a:t>26-09-23</a:t>
            </a:fld>
            <a:endParaRPr lang="da-DK" dirty="0"/>
          </a:p>
        </p:txBody>
      </p:sp>
      <p:sp>
        <p:nvSpPr>
          <p:cNvPr id="11" name="Footer Placeholder 8" hidden="1">
            <a:extLst>
              <a:ext uri="{FF2B5EF4-FFF2-40B4-BE49-F238E27FC236}">
                <a16:creationId xmlns:a16="http://schemas.microsoft.com/office/drawing/2014/main" id="{E7F83165-73E5-45CF-B88B-91410D08B505}"/>
              </a:ext>
            </a:extLst>
          </p:cNvPr>
          <p:cNvSpPr>
            <a:spLocks noGrp="1"/>
          </p:cNvSpPr>
          <p:nvPr>
            <p:ph type="ftr" sz="quarter" idx="16"/>
          </p:nvPr>
        </p:nvSpPr>
        <p:spPr>
          <a:xfrm>
            <a:off x="0" y="6858000"/>
            <a:ext cx="0" cy="0"/>
          </a:xfrm>
        </p:spPr>
        <p:txBody>
          <a:bodyPr/>
          <a:lstStyle>
            <a:lvl1pPr>
              <a:defRPr sz="100">
                <a:noFill/>
              </a:defRPr>
            </a:lvl1pPr>
          </a:lstStyle>
          <a:p>
            <a:endParaRPr lang="da-DK" dirty="0"/>
          </a:p>
        </p:txBody>
      </p:sp>
      <p:sp>
        <p:nvSpPr>
          <p:cNvPr id="5" name="Title 1">
            <a:extLst>
              <a:ext uri="{FF2B5EF4-FFF2-40B4-BE49-F238E27FC236}">
                <a16:creationId xmlns:a16="http://schemas.microsoft.com/office/drawing/2014/main" id="{84A24751-FD2D-209E-E9CB-0F7387D70CB9}"/>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Agenda</a:t>
            </a:r>
          </a:p>
        </p:txBody>
      </p:sp>
      <p:sp>
        <p:nvSpPr>
          <p:cNvPr id="2" name="Text Pg 2">
            <a:extLst>
              <a:ext uri="{FF2B5EF4-FFF2-40B4-BE49-F238E27FC236}">
                <a16:creationId xmlns:a16="http://schemas.microsoft.com/office/drawing/2014/main" id="{0EAD802A-3142-DB29-39B3-940E6B7C4545}"/>
              </a:ext>
            </a:extLst>
          </p:cNvPr>
          <p:cNvSpPr>
            <a:spLocks noGrp="1"/>
          </p:cNvSpPr>
          <p:nvPr>
            <p:ph type="title" sz="quarter" idx="20" hasCustomPrompt="1"/>
          </p:nvPr>
        </p:nvSpPr>
        <p:spPr>
          <a:xfrm>
            <a:off x="401312" y="395288"/>
            <a:ext cx="795663" cy="5773737"/>
          </a:xfrm>
        </p:spPr>
        <p:txBody>
          <a:bodyPr/>
          <a:lstStyle>
            <a:lvl1pPr marL="0" indent="0" algn="l">
              <a:lnSpc>
                <a:spcPct val="100000"/>
              </a:lnSpc>
              <a:spcBef>
                <a:spcPts val="0"/>
              </a:spcBef>
              <a:spcAft>
                <a:spcPts val="0"/>
              </a:spcAft>
              <a:buFont typeface="+mj-lt"/>
              <a:buNone/>
              <a:defRPr sz="4000">
                <a:solidFill>
                  <a:schemeClr val="bg1"/>
                </a:solidFill>
                <a:latin typeface="+mn-lt"/>
              </a:defRPr>
            </a:lvl1pPr>
            <a:lvl2pPr marL="0" indent="0">
              <a:lnSpc>
                <a:spcPct val="100000"/>
              </a:lnSpc>
              <a:spcBef>
                <a:spcPts val="0"/>
              </a:spcBef>
              <a:spcAft>
                <a:spcPts val="0"/>
              </a:spcAft>
              <a:buFont typeface="+mj-lt"/>
              <a:buNone/>
              <a:defRPr sz="4000" b="0">
                <a:solidFill>
                  <a:schemeClr val="bg2"/>
                </a:solidFill>
                <a:latin typeface="+mn-lt"/>
              </a:defRPr>
            </a:lvl2pPr>
            <a:lvl3pPr marL="0" indent="0">
              <a:lnSpc>
                <a:spcPct val="100000"/>
              </a:lnSpc>
              <a:spcBef>
                <a:spcPts val="0"/>
              </a:spcBef>
              <a:spcAft>
                <a:spcPts val="0"/>
              </a:spcAft>
              <a:buFont typeface="+mj-lt"/>
              <a:buNone/>
              <a:defRPr sz="4000" b="0">
                <a:solidFill>
                  <a:schemeClr val="bg1"/>
                </a:solidFill>
                <a:latin typeface="+mn-lt"/>
              </a:defRPr>
            </a:lvl3pPr>
            <a:lvl4pPr marL="0" indent="0">
              <a:lnSpc>
                <a:spcPct val="100000"/>
              </a:lnSpc>
              <a:spcBef>
                <a:spcPts val="0"/>
              </a:spcBef>
              <a:spcAft>
                <a:spcPts val="0"/>
              </a:spcAft>
              <a:buFont typeface="+mj-lt"/>
              <a:buNone/>
              <a:defRPr sz="4000" b="0">
                <a:solidFill>
                  <a:schemeClr val="bg2"/>
                </a:solidFill>
                <a:latin typeface="+mn-lt"/>
              </a:defRPr>
            </a:lvl4pPr>
            <a:lvl5pPr marL="0" indent="0">
              <a:lnSpc>
                <a:spcPct val="100000"/>
              </a:lnSpc>
              <a:spcBef>
                <a:spcPts val="0"/>
              </a:spcBef>
              <a:spcAft>
                <a:spcPts val="0"/>
              </a:spcAft>
              <a:buFont typeface="+mj-lt"/>
              <a:buNone/>
              <a:defRPr sz="4000" b="0">
                <a:solidFill>
                  <a:schemeClr val="bg1"/>
                </a:solidFill>
                <a:latin typeface="+mn-lt"/>
              </a:defRPr>
            </a:lvl5pPr>
            <a:lvl6pPr marL="0" indent="0">
              <a:lnSpc>
                <a:spcPct val="100000"/>
              </a:lnSpc>
              <a:spcBef>
                <a:spcPts val="0"/>
              </a:spcBef>
              <a:spcAft>
                <a:spcPts val="0"/>
              </a:spcAft>
              <a:buFont typeface="+mj-lt"/>
              <a:buNone/>
              <a:defRPr sz="4000" b="0">
                <a:solidFill>
                  <a:schemeClr val="bg2"/>
                </a:solidFill>
                <a:latin typeface="+mn-lt"/>
              </a:defRPr>
            </a:lvl6pPr>
            <a:lvl7pPr marL="0" indent="0">
              <a:lnSpc>
                <a:spcPct val="100000"/>
              </a:lnSpc>
              <a:spcBef>
                <a:spcPts val="0"/>
              </a:spcBef>
              <a:spcAft>
                <a:spcPts val="0"/>
              </a:spcAft>
              <a:buFont typeface="+mj-lt"/>
              <a:buNone/>
              <a:defRPr sz="4000" b="0">
                <a:solidFill>
                  <a:schemeClr val="bg1"/>
                </a:solidFill>
                <a:latin typeface="+mn-lt"/>
              </a:defRPr>
            </a:lvl7pPr>
            <a:lvl8pPr marL="0" indent="0">
              <a:lnSpc>
                <a:spcPct val="100000"/>
              </a:lnSpc>
              <a:spcBef>
                <a:spcPts val="0"/>
              </a:spcBef>
              <a:spcAft>
                <a:spcPts val="0"/>
              </a:spcAft>
              <a:buFont typeface="+mj-lt"/>
              <a:buNone/>
              <a:defRPr sz="4000" b="0">
                <a:solidFill>
                  <a:schemeClr val="bg2"/>
                </a:solidFill>
                <a:latin typeface="+mn-lt"/>
              </a:defRPr>
            </a:lvl8pPr>
            <a:lvl9pPr marL="0" indent="0">
              <a:lnSpc>
                <a:spcPct val="100000"/>
              </a:lnSpc>
              <a:spcBef>
                <a:spcPts val="0"/>
              </a:spcBef>
              <a:spcAft>
                <a:spcPts val="0"/>
              </a:spcAft>
              <a:buFont typeface="+mj-lt"/>
              <a:buNone/>
              <a:defRPr sz="4000" b="0">
                <a:solidFill>
                  <a:schemeClr val="bg1"/>
                </a:solidFill>
                <a:latin typeface="+mn-lt"/>
              </a:defRPr>
            </a:lvl9pPr>
          </a:lstStyle>
          <a:p>
            <a:pPr lvl="0"/>
            <a:r>
              <a:rPr lang="da-DK" noProof="0" dirty="0"/>
              <a:t>Tilføj agendapunkt</a:t>
            </a:r>
          </a:p>
        </p:txBody>
      </p:sp>
      <p:sp>
        <p:nvSpPr>
          <p:cNvPr id="7" name="Text Placeholder 2"/>
          <p:cNvSpPr>
            <a:spLocks noGrp="1"/>
          </p:cNvSpPr>
          <p:nvPr>
            <p:ph type="body" sz="quarter" idx="13" hasCustomPrompt="1"/>
          </p:nvPr>
        </p:nvSpPr>
        <p:spPr>
          <a:xfrm>
            <a:off x="1364956" y="395288"/>
            <a:ext cx="8502944" cy="5773737"/>
          </a:xfrm>
        </p:spPr>
        <p:txBody>
          <a:bodyPr/>
          <a:lstStyle>
            <a:lvl1pPr marL="0" indent="0">
              <a:lnSpc>
                <a:spcPct val="100000"/>
              </a:lnSpc>
              <a:spcBef>
                <a:spcPts val="0"/>
              </a:spcBef>
              <a:spcAft>
                <a:spcPts val="0"/>
              </a:spcAft>
              <a:buFont typeface="+mj-lt"/>
              <a:buNone/>
              <a:defRPr sz="4000">
                <a:solidFill>
                  <a:schemeClr val="bg1"/>
                </a:solidFill>
                <a:latin typeface="+mn-lt"/>
              </a:defRPr>
            </a:lvl1pPr>
            <a:lvl2pPr marL="0" indent="0">
              <a:lnSpc>
                <a:spcPct val="100000"/>
              </a:lnSpc>
              <a:spcBef>
                <a:spcPts val="0"/>
              </a:spcBef>
              <a:spcAft>
                <a:spcPts val="0"/>
              </a:spcAft>
              <a:buFont typeface="+mj-lt"/>
              <a:buNone/>
              <a:defRPr sz="4000" b="0">
                <a:solidFill>
                  <a:schemeClr val="bg2"/>
                </a:solidFill>
                <a:latin typeface="+mn-lt"/>
              </a:defRPr>
            </a:lvl2pPr>
            <a:lvl3pPr marL="0" indent="0">
              <a:lnSpc>
                <a:spcPct val="100000"/>
              </a:lnSpc>
              <a:spcBef>
                <a:spcPts val="0"/>
              </a:spcBef>
              <a:spcAft>
                <a:spcPts val="0"/>
              </a:spcAft>
              <a:buFont typeface="+mj-lt"/>
              <a:buNone/>
              <a:defRPr sz="4000" b="0">
                <a:solidFill>
                  <a:schemeClr val="bg1"/>
                </a:solidFill>
                <a:latin typeface="+mn-lt"/>
              </a:defRPr>
            </a:lvl3pPr>
            <a:lvl4pPr marL="0" indent="0">
              <a:lnSpc>
                <a:spcPct val="100000"/>
              </a:lnSpc>
              <a:spcBef>
                <a:spcPts val="0"/>
              </a:spcBef>
              <a:spcAft>
                <a:spcPts val="0"/>
              </a:spcAft>
              <a:buFont typeface="+mj-lt"/>
              <a:buNone/>
              <a:defRPr sz="4000" b="0">
                <a:solidFill>
                  <a:schemeClr val="bg2"/>
                </a:solidFill>
                <a:latin typeface="+mn-lt"/>
              </a:defRPr>
            </a:lvl4pPr>
            <a:lvl5pPr marL="0" indent="0">
              <a:lnSpc>
                <a:spcPct val="100000"/>
              </a:lnSpc>
              <a:spcBef>
                <a:spcPts val="0"/>
              </a:spcBef>
              <a:spcAft>
                <a:spcPts val="0"/>
              </a:spcAft>
              <a:buFont typeface="+mj-lt"/>
              <a:buNone/>
              <a:defRPr sz="4000" b="0">
                <a:solidFill>
                  <a:schemeClr val="bg1"/>
                </a:solidFill>
                <a:latin typeface="+mn-lt"/>
              </a:defRPr>
            </a:lvl5pPr>
            <a:lvl6pPr marL="0" indent="0">
              <a:lnSpc>
                <a:spcPct val="100000"/>
              </a:lnSpc>
              <a:spcBef>
                <a:spcPts val="0"/>
              </a:spcBef>
              <a:spcAft>
                <a:spcPts val="0"/>
              </a:spcAft>
              <a:buFont typeface="+mj-lt"/>
              <a:buNone/>
              <a:defRPr sz="4000" b="0">
                <a:solidFill>
                  <a:schemeClr val="bg2"/>
                </a:solidFill>
                <a:latin typeface="+mn-lt"/>
              </a:defRPr>
            </a:lvl6pPr>
            <a:lvl7pPr marL="0" indent="0">
              <a:lnSpc>
                <a:spcPct val="100000"/>
              </a:lnSpc>
              <a:spcBef>
                <a:spcPts val="0"/>
              </a:spcBef>
              <a:spcAft>
                <a:spcPts val="0"/>
              </a:spcAft>
              <a:buFont typeface="+mj-lt"/>
              <a:buNone/>
              <a:defRPr sz="4000" b="0">
                <a:solidFill>
                  <a:schemeClr val="bg1"/>
                </a:solidFill>
                <a:latin typeface="+mn-lt"/>
              </a:defRPr>
            </a:lvl7pPr>
            <a:lvl8pPr marL="0" indent="0">
              <a:lnSpc>
                <a:spcPct val="100000"/>
              </a:lnSpc>
              <a:spcBef>
                <a:spcPts val="0"/>
              </a:spcBef>
              <a:spcAft>
                <a:spcPts val="0"/>
              </a:spcAft>
              <a:buFont typeface="+mj-lt"/>
              <a:buNone/>
              <a:defRPr sz="4000" b="0">
                <a:solidFill>
                  <a:schemeClr val="bg2"/>
                </a:solidFill>
                <a:latin typeface="+mn-lt"/>
              </a:defRPr>
            </a:lvl8pPr>
            <a:lvl9pPr marL="0" indent="0">
              <a:lnSpc>
                <a:spcPct val="100000"/>
              </a:lnSpc>
              <a:spcBef>
                <a:spcPts val="0"/>
              </a:spcBef>
              <a:spcAft>
                <a:spcPts val="0"/>
              </a:spcAft>
              <a:buFont typeface="+mj-lt"/>
              <a:buNone/>
              <a:defRPr sz="4000" b="0">
                <a:solidFill>
                  <a:schemeClr val="bg1"/>
                </a:solidFill>
                <a:latin typeface="+mn-lt"/>
              </a:defRPr>
            </a:lvl9pPr>
          </a:lstStyle>
          <a:p>
            <a:pPr lvl="0"/>
            <a:r>
              <a:rPr lang="da-DK" noProof="0" dirty="0"/>
              <a:t>Tilføj agendapunkt</a:t>
            </a:r>
          </a:p>
        </p:txBody>
      </p:sp>
      <p:sp>
        <p:nvSpPr>
          <p:cNvPr id="4" name="Slide Number Placeholder 3">
            <a:extLst>
              <a:ext uri="{FF2B5EF4-FFF2-40B4-BE49-F238E27FC236}">
                <a16:creationId xmlns:a16="http://schemas.microsoft.com/office/drawing/2014/main" id="{24C8ED44-1391-FC15-2894-B4CB48349009}"/>
              </a:ext>
            </a:extLst>
          </p:cNvPr>
          <p:cNvSpPr>
            <a:spLocks noGrp="1"/>
          </p:cNvSpPr>
          <p:nvPr>
            <p:ph type="sldNum" sz="quarter" idx="19"/>
          </p:nvPr>
        </p:nvSpPr>
        <p:spPr/>
        <p:txBody>
          <a:bodyPr/>
          <a:lstStyle>
            <a:lvl1pPr>
              <a:defRPr>
                <a:solidFill>
                  <a:schemeClr val="bg1"/>
                </a:solidFill>
              </a:defRPr>
            </a:lvl1pPr>
          </a:lstStyle>
          <a:p>
            <a:fld id="{23AA811B-2EBD-4900-905E-5BE206449611}" type="slidenum">
              <a:rPr lang="da-DK" smtClean="0"/>
              <a:pPr/>
              <a:t>‹#›</a:t>
            </a:fld>
            <a:endParaRPr lang="da-DK" dirty="0"/>
          </a:p>
        </p:txBody>
      </p:sp>
      <p:sp>
        <p:nvSpPr>
          <p:cNvPr id="8" name="5th element" descr=" ">
            <a:extLst>
              <a:ext uri="{FF2B5EF4-FFF2-40B4-BE49-F238E27FC236}">
                <a16:creationId xmlns:a16="http://schemas.microsoft.com/office/drawing/2014/main" id="{B960EA4E-4FD1-F3CF-5F24-CE360A3F6195}"/>
              </a:ext>
            </a:extLst>
          </p:cNvPr>
          <p:cNvSpPr/>
          <p:nvPr userDrawn="1"/>
        </p:nvSpPr>
        <p:spPr>
          <a:xfrm>
            <a:off x="396000" y="6395662"/>
            <a:ext cx="207711" cy="221051"/>
          </a:xfrm>
          <a:custGeom>
            <a:avLst/>
            <a:gdLst>
              <a:gd name="connsiteX0" fmla="*/ 109836 w 207711"/>
              <a:gd name="connsiteY0" fmla="*/ 152989 h 221051"/>
              <a:gd name="connsiteX1" fmla="*/ 134199 w 207711"/>
              <a:gd name="connsiteY1" fmla="*/ 162957 h 221051"/>
              <a:gd name="connsiteX2" fmla="*/ 134199 w 207711"/>
              <a:gd name="connsiteY2" fmla="*/ 211085 h 221051"/>
              <a:gd name="connsiteX3" fmla="*/ 85474 w 207711"/>
              <a:gd name="connsiteY3" fmla="*/ 211085 h 221051"/>
              <a:gd name="connsiteX4" fmla="*/ 85474 w 207711"/>
              <a:gd name="connsiteY4" fmla="*/ 162957 h 221051"/>
              <a:gd name="connsiteX5" fmla="*/ 109836 w 207711"/>
              <a:gd name="connsiteY5" fmla="*/ 152989 h 221051"/>
              <a:gd name="connsiteX6" fmla="*/ 182961 w 207711"/>
              <a:gd name="connsiteY6" fmla="*/ 139441 h 221051"/>
              <a:gd name="connsiteX7" fmla="*/ 207041 w 207711"/>
              <a:gd name="connsiteY7" fmla="*/ 153246 h 221051"/>
              <a:gd name="connsiteX8" fmla="*/ 193066 w 207711"/>
              <a:gd name="connsiteY8" fmla="*/ 177030 h 221051"/>
              <a:gd name="connsiteX9" fmla="*/ 168986 w 207711"/>
              <a:gd name="connsiteY9" fmla="*/ 163226 h 221051"/>
              <a:gd name="connsiteX10" fmla="*/ 182961 w 207711"/>
              <a:gd name="connsiteY10" fmla="*/ 139441 h 221051"/>
              <a:gd name="connsiteX11" fmla="*/ 39377 w 207711"/>
              <a:gd name="connsiteY11" fmla="*/ 71631 h 221051"/>
              <a:gd name="connsiteX12" fmla="*/ 78753 w 207711"/>
              <a:gd name="connsiteY12" fmla="*/ 110525 h 221051"/>
              <a:gd name="connsiteX13" fmla="*/ 39377 w 207711"/>
              <a:gd name="connsiteY13" fmla="*/ 149419 h 221051"/>
              <a:gd name="connsiteX14" fmla="*/ 0 w 207711"/>
              <a:gd name="connsiteY14" fmla="*/ 110525 h 221051"/>
              <a:gd name="connsiteX15" fmla="*/ 39377 w 207711"/>
              <a:gd name="connsiteY15" fmla="*/ 71631 h 221051"/>
              <a:gd name="connsiteX16" fmla="*/ 195554 w 207711"/>
              <a:gd name="connsiteY16" fmla="*/ 44851 h 221051"/>
              <a:gd name="connsiteX17" fmla="*/ 206208 w 207711"/>
              <a:gd name="connsiteY17" fmla="*/ 55375 h 221051"/>
              <a:gd name="connsiteX18" fmla="*/ 195554 w 207711"/>
              <a:gd name="connsiteY18" fmla="*/ 80781 h 221051"/>
              <a:gd name="connsiteX19" fmla="*/ 169832 w 207711"/>
              <a:gd name="connsiteY19" fmla="*/ 70258 h 221051"/>
              <a:gd name="connsiteX20" fmla="*/ 180486 w 207711"/>
              <a:gd name="connsiteY20" fmla="*/ 44851 h 221051"/>
              <a:gd name="connsiteX21" fmla="*/ 195554 w 207711"/>
              <a:gd name="connsiteY21" fmla="*/ 44851 h 221051"/>
              <a:gd name="connsiteX22" fmla="*/ 109836 w 207711"/>
              <a:gd name="connsiteY22" fmla="*/ 0 h 221051"/>
              <a:gd name="connsiteX23" fmla="*/ 134199 w 207711"/>
              <a:gd name="connsiteY23" fmla="*/ 9968 h 221051"/>
              <a:gd name="connsiteX24" fmla="*/ 134199 w 207711"/>
              <a:gd name="connsiteY24" fmla="*/ 58095 h 221051"/>
              <a:gd name="connsiteX25" fmla="*/ 85474 w 207711"/>
              <a:gd name="connsiteY25" fmla="*/ 58095 h 221051"/>
              <a:gd name="connsiteX26" fmla="*/ 85474 w 207711"/>
              <a:gd name="connsiteY26" fmla="*/ 9968 h 221051"/>
              <a:gd name="connsiteX27" fmla="*/ 109836 w 207711"/>
              <a:gd name="connsiteY27" fmla="*/ 0 h 22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7711" h="221051">
                <a:moveTo>
                  <a:pt x="109836" y="152989"/>
                </a:moveTo>
                <a:cubicBezTo>
                  <a:pt x="118654" y="152989"/>
                  <a:pt x="127471" y="156312"/>
                  <a:pt x="134199" y="162957"/>
                </a:cubicBezTo>
                <a:cubicBezTo>
                  <a:pt x="147654" y="176246"/>
                  <a:pt x="147654" y="197794"/>
                  <a:pt x="134199" y="211085"/>
                </a:cubicBezTo>
                <a:cubicBezTo>
                  <a:pt x="120743" y="224374"/>
                  <a:pt x="98930" y="224374"/>
                  <a:pt x="85474" y="211085"/>
                </a:cubicBezTo>
                <a:cubicBezTo>
                  <a:pt x="72019" y="197794"/>
                  <a:pt x="72019" y="176246"/>
                  <a:pt x="85474" y="162957"/>
                </a:cubicBezTo>
                <a:cubicBezTo>
                  <a:pt x="92202" y="156312"/>
                  <a:pt x="101019" y="152989"/>
                  <a:pt x="109836" y="152989"/>
                </a:cubicBezTo>
                <a:close/>
                <a:moveTo>
                  <a:pt x="182961" y="139441"/>
                </a:moveTo>
                <a:cubicBezTo>
                  <a:pt x="193469" y="136685"/>
                  <a:pt x="204250" y="142866"/>
                  <a:pt x="207041" y="153246"/>
                </a:cubicBezTo>
                <a:cubicBezTo>
                  <a:pt x="209831" y="163625"/>
                  <a:pt x="203574" y="174274"/>
                  <a:pt x="193066" y="177030"/>
                </a:cubicBezTo>
                <a:cubicBezTo>
                  <a:pt x="182557" y="179786"/>
                  <a:pt x="171776" y="173605"/>
                  <a:pt x="168986" y="163226"/>
                </a:cubicBezTo>
                <a:cubicBezTo>
                  <a:pt x="166196" y="152846"/>
                  <a:pt x="172452" y="142198"/>
                  <a:pt x="182961" y="139441"/>
                </a:cubicBezTo>
                <a:close/>
                <a:moveTo>
                  <a:pt x="39377" y="71631"/>
                </a:moveTo>
                <a:cubicBezTo>
                  <a:pt x="61124" y="71631"/>
                  <a:pt x="78753" y="89045"/>
                  <a:pt x="78753" y="110525"/>
                </a:cubicBezTo>
                <a:cubicBezTo>
                  <a:pt x="78753" y="132006"/>
                  <a:pt x="61124" y="149419"/>
                  <a:pt x="39377" y="149419"/>
                </a:cubicBezTo>
                <a:cubicBezTo>
                  <a:pt x="17630" y="149419"/>
                  <a:pt x="0" y="132006"/>
                  <a:pt x="0" y="110525"/>
                </a:cubicBezTo>
                <a:cubicBezTo>
                  <a:pt x="0" y="89045"/>
                  <a:pt x="17630" y="71631"/>
                  <a:pt x="39377" y="71631"/>
                </a:cubicBezTo>
                <a:close/>
                <a:moveTo>
                  <a:pt x="195554" y="44851"/>
                </a:moveTo>
                <a:cubicBezTo>
                  <a:pt x="200208" y="46755"/>
                  <a:pt x="204127" y="50414"/>
                  <a:pt x="206208" y="55375"/>
                </a:cubicBezTo>
                <a:cubicBezTo>
                  <a:pt x="210369" y="65297"/>
                  <a:pt x="205599" y="76671"/>
                  <a:pt x="195554" y="80781"/>
                </a:cubicBezTo>
                <a:cubicBezTo>
                  <a:pt x="185509" y="84891"/>
                  <a:pt x="173993" y="80179"/>
                  <a:pt x="169832" y="70258"/>
                </a:cubicBezTo>
                <a:cubicBezTo>
                  <a:pt x="165671" y="60336"/>
                  <a:pt x="170441" y="48961"/>
                  <a:pt x="180486" y="44851"/>
                </a:cubicBezTo>
                <a:cubicBezTo>
                  <a:pt x="185509" y="42796"/>
                  <a:pt x="190899" y="42947"/>
                  <a:pt x="195554" y="44851"/>
                </a:cubicBezTo>
                <a:close/>
                <a:moveTo>
                  <a:pt x="109836" y="0"/>
                </a:moveTo>
                <a:cubicBezTo>
                  <a:pt x="118654" y="0"/>
                  <a:pt x="127471" y="3323"/>
                  <a:pt x="134199" y="9968"/>
                </a:cubicBezTo>
                <a:cubicBezTo>
                  <a:pt x="147654" y="23258"/>
                  <a:pt x="147654" y="44805"/>
                  <a:pt x="134199" y="58095"/>
                </a:cubicBezTo>
                <a:cubicBezTo>
                  <a:pt x="120743" y="71385"/>
                  <a:pt x="98930" y="71385"/>
                  <a:pt x="85474" y="58095"/>
                </a:cubicBezTo>
                <a:cubicBezTo>
                  <a:pt x="72019" y="44805"/>
                  <a:pt x="72019" y="23258"/>
                  <a:pt x="85474" y="9968"/>
                </a:cubicBezTo>
                <a:cubicBezTo>
                  <a:pt x="92202" y="3323"/>
                  <a:pt x="101019" y="0"/>
                  <a:pt x="109836" y="0"/>
                </a:cubicBezTo>
                <a:close/>
              </a:path>
            </a:pathLst>
          </a:custGeom>
          <a:solidFill>
            <a:schemeClr val="bg1"/>
          </a:solidFill>
          <a:ln w="12665" cap="flat">
            <a:noFill/>
            <a:prstDash val="solid"/>
            <a:miter/>
          </a:ln>
        </p:spPr>
        <p:txBody>
          <a:bodyPr rtlCol="0" anchor="ctr"/>
          <a:lstStyle/>
          <a:p>
            <a:endParaRPr lang="da-DK" dirty="0"/>
          </a:p>
        </p:txBody>
      </p:sp>
    </p:spTree>
    <p:extLst>
      <p:ext uri="{BB962C8B-B14F-4D97-AF65-F5344CB8AC3E}">
        <p14:creationId xmlns:p14="http://schemas.microsoft.com/office/powerpoint/2010/main" val="2249108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killer">
    <p:spTree>
      <p:nvGrpSpPr>
        <p:cNvPr id="1" name=""/>
        <p:cNvGrpSpPr/>
        <p:nvPr/>
      </p:nvGrpSpPr>
      <p:grpSpPr>
        <a:xfrm>
          <a:off x="0" y="0"/>
          <a:ext cx="0" cy="0"/>
          <a:chOff x="0" y="0"/>
          <a:chExt cx="0" cy="0"/>
        </a:xfrm>
      </p:grpSpPr>
      <p:sp>
        <p:nvSpPr>
          <p:cNvPr id="7" name="Background">
            <a:extLst>
              <a:ext uri="{FF2B5EF4-FFF2-40B4-BE49-F238E27FC236}">
                <a16:creationId xmlns:a16="http://schemas.microsoft.com/office/drawing/2014/main" id="{52CD7E1C-99B3-1863-FA6C-9CACB088B433}"/>
              </a:ext>
            </a:extLst>
          </p:cNvPr>
          <p:cNvSpPr/>
          <p:nvPr userDrawn="1"/>
        </p:nvSpPr>
        <p:spPr bwMode="white">
          <a:xfrm>
            <a:off x="0" y="0"/>
            <a:ext cx="121932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3" name="Picture Placeholder 12">
            <a:extLst>
              <a:ext uri="{FF2B5EF4-FFF2-40B4-BE49-F238E27FC236}">
                <a16:creationId xmlns:a16="http://schemas.microsoft.com/office/drawing/2014/main" id="{CF770CEA-87BB-CD50-B93A-F93B0699060F}"/>
              </a:ext>
            </a:extLst>
          </p:cNvPr>
          <p:cNvSpPr>
            <a:spLocks noGrp="1"/>
          </p:cNvSpPr>
          <p:nvPr>
            <p:ph type="pic" sz="quarter" idx="13" hasCustomPrompt="1"/>
          </p:nvPr>
        </p:nvSpPr>
        <p:spPr>
          <a:xfrm>
            <a:off x="0" y="0"/>
            <a:ext cx="12192000" cy="6858000"/>
          </a:xfrm>
          <a:custGeom>
            <a:avLst/>
            <a:gdLst>
              <a:gd name="connsiteX0" fmla="*/ 505124 w 12192000"/>
              <a:gd name="connsiteY0" fmla="*/ 6548651 h 6858000"/>
              <a:gd name="connsiteX1" fmla="*/ 480762 w 12192000"/>
              <a:gd name="connsiteY1" fmla="*/ 6558619 h 6858000"/>
              <a:gd name="connsiteX2" fmla="*/ 480762 w 12192000"/>
              <a:gd name="connsiteY2" fmla="*/ 6606747 h 6858000"/>
              <a:gd name="connsiteX3" fmla="*/ 529487 w 12192000"/>
              <a:gd name="connsiteY3" fmla="*/ 6606747 h 6858000"/>
              <a:gd name="connsiteX4" fmla="*/ 529487 w 12192000"/>
              <a:gd name="connsiteY4" fmla="*/ 6558619 h 6858000"/>
              <a:gd name="connsiteX5" fmla="*/ 505124 w 12192000"/>
              <a:gd name="connsiteY5" fmla="*/ 6548651 h 6858000"/>
              <a:gd name="connsiteX6" fmla="*/ 578249 w 12192000"/>
              <a:gd name="connsiteY6" fmla="*/ 6535103 h 6858000"/>
              <a:gd name="connsiteX7" fmla="*/ 564274 w 12192000"/>
              <a:gd name="connsiteY7" fmla="*/ 6558888 h 6858000"/>
              <a:gd name="connsiteX8" fmla="*/ 588354 w 12192000"/>
              <a:gd name="connsiteY8" fmla="*/ 6572692 h 6858000"/>
              <a:gd name="connsiteX9" fmla="*/ 602329 w 12192000"/>
              <a:gd name="connsiteY9" fmla="*/ 6548908 h 6858000"/>
              <a:gd name="connsiteX10" fmla="*/ 578249 w 12192000"/>
              <a:gd name="connsiteY10" fmla="*/ 6535103 h 6858000"/>
              <a:gd name="connsiteX11" fmla="*/ 434665 w 12192000"/>
              <a:gd name="connsiteY11" fmla="*/ 6467293 h 6858000"/>
              <a:gd name="connsiteX12" fmla="*/ 395288 w 12192000"/>
              <a:gd name="connsiteY12" fmla="*/ 6506187 h 6858000"/>
              <a:gd name="connsiteX13" fmla="*/ 434665 w 12192000"/>
              <a:gd name="connsiteY13" fmla="*/ 6545081 h 6858000"/>
              <a:gd name="connsiteX14" fmla="*/ 474041 w 12192000"/>
              <a:gd name="connsiteY14" fmla="*/ 6506187 h 6858000"/>
              <a:gd name="connsiteX15" fmla="*/ 434665 w 12192000"/>
              <a:gd name="connsiteY15" fmla="*/ 6467293 h 6858000"/>
              <a:gd name="connsiteX16" fmla="*/ 575774 w 12192000"/>
              <a:gd name="connsiteY16" fmla="*/ 6440513 h 6858000"/>
              <a:gd name="connsiteX17" fmla="*/ 565120 w 12192000"/>
              <a:gd name="connsiteY17" fmla="*/ 6465920 h 6858000"/>
              <a:gd name="connsiteX18" fmla="*/ 590842 w 12192000"/>
              <a:gd name="connsiteY18" fmla="*/ 6476443 h 6858000"/>
              <a:gd name="connsiteX19" fmla="*/ 601496 w 12192000"/>
              <a:gd name="connsiteY19" fmla="*/ 6451037 h 6858000"/>
              <a:gd name="connsiteX20" fmla="*/ 590842 w 12192000"/>
              <a:gd name="connsiteY20" fmla="*/ 6440513 h 6858000"/>
              <a:gd name="connsiteX21" fmla="*/ 575774 w 12192000"/>
              <a:gd name="connsiteY21" fmla="*/ 6440513 h 6858000"/>
              <a:gd name="connsiteX22" fmla="*/ 505124 w 12192000"/>
              <a:gd name="connsiteY22" fmla="*/ 6395662 h 6858000"/>
              <a:gd name="connsiteX23" fmla="*/ 480762 w 12192000"/>
              <a:gd name="connsiteY23" fmla="*/ 6405630 h 6858000"/>
              <a:gd name="connsiteX24" fmla="*/ 480762 w 12192000"/>
              <a:gd name="connsiteY24" fmla="*/ 6453757 h 6858000"/>
              <a:gd name="connsiteX25" fmla="*/ 529487 w 12192000"/>
              <a:gd name="connsiteY25" fmla="*/ 6453757 h 6858000"/>
              <a:gd name="connsiteX26" fmla="*/ 529487 w 12192000"/>
              <a:gd name="connsiteY26" fmla="*/ 6405630 h 6858000"/>
              <a:gd name="connsiteX27" fmla="*/ 505124 w 12192000"/>
              <a:gd name="connsiteY27" fmla="*/ 6395662 h 6858000"/>
              <a:gd name="connsiteX28" fmla="*/ 0 w 12192000"/>
              <a:gd name="connsiteY28" fmla="*/ 0 h 6858000"/>
              <a:gd name="connsiteX29" fmla="*/ 12192000 w 12192000"/>
              <a:gd name="connsiteY29" fmla="*/ 0 h 6858000"/>
              <a:gd name="connsiteX30" fmla="*/ 12192000 w 12192000"/>
              <a:gd name="connsiteY30" fmla="*/ 6858000 h 6858000"/>
              <a:gd name="connsiteX31" fmla="*/ 0 w 12192000"/>
              <a:gd name="connsiteY3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192000" h="6858000">
                <a:moveTo>
                  <a:pt x="505124" y="6548651"/>
                </a:moveTo>
                <a:cubicBezTo>
                  <a:pt x="496307" y="6548651"/>
                  <a:pt x="487490" y="6551974"/>
                  <a:pt x="480762" y="6558619"/>
                </a:cubicBezTo>
                <a:cubicBezTo>
                  <a:pt x="467307" y="6571908"/>
                  <a:pt x="467307" y="6593456"/>
                  <a:pt x="480762" y="6606747"/>
                </a:cubicBezTo>
                <a:cubicBezTo>
                  <a:pt x="494218" y="6620036"/>
                  <a:pt x="516031" y="6620036"/>
                  <a:pt x="529487" y="6606747"/>
                </a:cubicBezTo>
                <a:cubicBezTo>
                  <a:pt x="542942" y="6593456"/>
                  <a:pt x="542942" y="6571908"/>
                  <a:pt x="529487" y="6558619"/>
                </a:cubicBezTo>
                <a:cubicBezTo>
                  <a:pt x="522759" y="6551974"/>
                  <a:pt x="513942" y="6548651"/>
                  <a:pt x="505124" y="6548651"/>
                </a:cubicBezTo>
                <a:close/>
                <a:moveTo>
                  <a:pt x="578249" y="6535103"/>
                </a:moveTo>
                <a:cubicBezTo>
                  <a:pt x="567740" y="6537860"/>
                  <a:pt x="561484" y="6548508"/>
                  <a:pt x="564274" y="6558888"/>
                </a:cubicBezTo>
                <a:cubicBezTo>
                  <a:pt x="567064" y="6569267"/>
                  <a:pt x="577845" y="6575448"/>
                  <a:pt x="588354" y="6572692"/>
                </a:cubicBezTo>
                <a:cubicBezTo>
                  <a:pt x="598862" y="6569936"/>
                  <a:pt x="605119" y="6559287"/>
                  <a:pt x="602329" y="6548908"/>
                </a:cubicBezTo>
                <a:cubicBezTo>
                  <a:pt x="599538" y="6538528"/>
                  <a:pt x="588757" y="6532347"/>
                  <a:pt x="578249" y="6535103"/>
                </a:cubicBezTo>
                <a:close/>
                <a:moveTo>
                  <a:pt x="434665" y="6467293"/>
                </a:moveTo>
                <a:cubicBezTo>
                  <a:pt x="412918" y="6467293"/>
                  <a:pt x="395288" y="6484707"/>
                  <a:pt x="395288" y="6506187"/>
                </a:cubicBezTo>
                <a:cubicBezTo>
                  <a:pt x="395288" y="6527668"/>
                  <a:pt x="412918" y="6545081"/>
                  <a:pt x="434665" y="6545081"/>
                </a:cubicBezTo>
                <a:cubicBezTo>
                  <a:pt x="456412" y="6545081"/>
                  <a:pt x="474041" y="6527668"/>
                  <a:pt x="474041" y="6506187"/>
                </a:cubicBezTo>
                <a:cubicBezTo>
                  <a:pt x="474041" y="6484707"/>
                  <a:pt x="456412" y="6467293"/>
                  <a:pt x="434665" y="6467293"/>
                </a:cubicBezTo>
                <a:close/>
                <a:moveTo>
                  <a:pt x="575774" y="6440513"/>
                </a:moveTo>
                <a:cubicBezTo>
                  <a:pt x="565729" y="6444623"/>
                  <a:pt x="560959" y="6455998"/>
                  <a:pt x="565120" y="6465920"/>
                </a:cubicBezTo>
                <a:cubicBezTo>
                  <a:pt x="569281" y="6475841"/>
                  <a:pt x="580797" y="6480553"/>
                  <a:pt x="590842" y="6476443"/>
                </a:cubicBezTo>
                <a:cubicBezTo>
                  <a:pt x="600887" y="6472333"/>
                  <a:pt x="605657" y="6460959"/>
                  <a:pt x="601496" y="6451037"/>
                </a:cubicBezTo>
                <a:cubicBezTo>
                  <a:pt x="599415" y="6446076"/>
                  <a:pt x="595496" y="6442417"/>
                  <a:pt x="590842" y="6440513"/>
                </a:cubicBezTo>
                <a:cubicBezTo>
                  <a:pt x="586187" y="6438609"/>
                  <a:pt x="580797" y="6438458"/>
                  <a:pt x="575774" y="6440513"/>
                </a:cubicBezTo>
                <a:close/>
                <a:moveTo>
                  <a:pt x="505124" y="6395662"/>
                </a:moveTo>
                <a:cubicBezTo>
                  <a:pt x="496307" y="6395662"/>
                  <a:pt x="487490" y="6398985"/>
                  <a:pt x="480762" y="6405630"/>
                </a:cubicBezTo>
                <a:cubicBezTo>
                  <a:pt x="467307" y="6418920"/>
                  <a:pt x="467307" y="6440467"/>
                  <a:pt x="480762" y="6453757"/>
                </a:cubicBezTo>
                <a:cubicBezTo>
                  <a:pt x="494218" y="6467047"/>
                  <a:pt x="516031" y="6467047"/>
                  <a:pt x="529487" y="6453757"/>
                </a:cubicBezTo>
                <a:cubicBezTo>
                  <a:pt x="542942" y="6440467"/>
                  <a:pt x="542942" y="6418920"/>
                  <a:pt x="529487" y="6405630"/>
                </a:cubicBezTo>
                <a:cubicBezTo>
                  <a:pt x="522759" y="6398985"/>
                  <a:pt x="513942" y="6395662"/>
                  <a:pt x="505124" y="6395662"/>
                </a:cubicBezTo>
                <a:close/>
                <a:moveTo>
                  <a:pt x="0" y="0"/>
                </a:moveTo>
                <a:lnTo>
                  <a:pt x="12192000" y="0"/>
                </a:lnTo>
                <a:lnTo>
                  <a:pt x="12192000" y="6858000"/>
                </a:lnTo>
                <a:lnTo>
                  <a:pt x="0" y="6858000"/>
                </a:lnTo>
                <a:close/>
              </a:path>
            </a:pathLst>
          </a:custGeom>
          <a:solidFill>
            <a:schemeClr val="bg1">
              <a:lumMod val="85000"/>
            </a:schemeClr>
          </a:solidFill>
        </p:spPr>
        <p:txBody>
          <a:bodyPr wrap="square" lIns="72000" tIns="72000" rIns="72000">
            <a:noAutofit/>
          </a:bodyPr>
          <a:lstStyle>
            <a:lvl1pPr marL="0" indent="0" algn="ctr">
              <a:lnSpc>
                <a:spcPct val="100000"/>
              </a:lnSpc>
              <a:spcAft>
                <a:spcPts val="0"/>
              </a:spcAft>
              <a:buNone/>
              <a:defRPr sz="1600"/>
            </a:lvl1pPr>
          </a:lstStyle>
          <a:p>
            <a:r>
              <a:rPr lang="da-DK" dirty="0"/>
              <a:t>Klik på rammen og indsæt et mørkt billede ved at bruge fanen Indsæt - Billeder</a:t>
            </a:r>
          </a:p>
        </p:txBody>
      </p:sp>
      <p:sp>
        <p:nvSpPr>
          <p:cNvPr id="10" name="Date Placeholder 6" hidden="1">
            <a:extLst>
              <a:ext uri="{FF2B5EF4-FFF2-40B4-BE49-F238E27FC236}">
                <a16:creationId xmlns:a16="http://schemas.microsoft.com/office/drawing/2014/main" id="{19E8C21D-363E-4C29-BCB1-2C67A41A6B1A}"/>
              </a:ext>
            </a:extLst>
          </p:cNvPr>
          <p:cNvSpPr>
            <a:spLocks noGrp="1"/>
          </p:cNvSpPr>
          <p:nvPr>
            <p:ph type="dt" sz="half" idx="15"/>
          </p:nvPr>
        </p:nvSpPr>
        <p:spPr>
          <a:xfrm>
            <a:off x="0" y="6858000"/>
            <a:ext cx="0" cy="0"/>
          </a:xfrm>
        </p:spPr>
        <p:txBody>
          <a:bodyPr/>
          <a:lstStyle>
            <a:lvl1pPr>
              <a:defRPr sz="100">
                <a:noFill/>
              </a:defRPr>
            </a:lvl1pPr>
          </a:lstStyle>
          <a:p>
            <a:fld id="{1BDA8DE9-43A5-4CF3-9B56-E6119215D5B1}" type="datetime4">
              <a:rPr lang="da-DK" smtClean="0"/>
              <a:t>26-09-23</a:t>
            </a:fld>
            <a:endParaRPr lang="da-DK" dirty="0"/>
          </a:p>
        </p:txBody>
      </p:sp>
      <p:sp>
        <p:nvSpPr>
          <p:cNvPr id="11" name="Footer Placeholder 8" hidden="1">
            <a:extLst>
              <a:ext uri="{FF2B5EF4-FFF2-40B4-BE49-F238E27FC236}">
                <a16:creationId xmlns:a16="http://schemas.microsoft.com/office/drawing/2014/main" id="{6DB35B2F-204D-4092-A860-94E70637BD46}"/>
              </a:ext>
            </a:extLst>
          </p:cNvPr>
          <p:cNvSpPr>
            <a:spLocks noGrp="1"/>
          </p:cNvSpPr>
          <p:nvPr>
            <p:ph type="ftr" sz="quarter" idx="16"/>
          </p:nvPr>
        </p:nvSpPr>
        <p:spPr>
          <a:xfrm>
            <a:off x="0" y="6858000"/>
            <a:ext cx="0" cy="0"/>
          </a:xfrm>
        </p:spPr>
        <p:txBody>
          <a:bodyPr/>
          <a:lstStyle>
            <a:lvl1pPr>
              <a:defRPr sz="100">
                <a:noFill/>
              </a:defRPr>
            </a:lvl1pPr>
          </a:lstStyle>
          <a:p>
            <a:endParaRPr lang="da-DK" dirty="0"/>
          </a:p>
        </p:txBody>
      </p:sp>
      <p:sp>
        <p:nvSpPr>
          <p:cNvPr id="2" name="Title 1"/>
          <p:cNvSpPr>
            <a:spLocks noGrp="1"/>
          </p:cNvSpPr>
          <p:nvPr>
            <p:ph type="ctrTitle" hasCustomPrompt="1"/>
          </p:nvPr>
        </p:nvSpPr>
        <p:spPr>
          <a:xfrm>
            <a:off x="395287" y="395288"/>
            <a:ext cx="4656138" cy="4949710"/>
          </a:xfrm>
        </p:spPr>
        <p:txBody>
          <a:bodyPr wrap="square" anchor="t"/>
          <a:lstStyle>
            <a:lvl1pPr algn="l" latinLnBrk="0" hangingPunct="1">
              <a:lnSpc>
                <a:spcPct val="90000"/>
              </a:lnSpc>
              <a:defRPr sz="4400">
                <a:solidFill>
                  <a:schemeClr val="bg1"/>
                </a:solidFill>
              </a:defRPr>
            </a:lvl1pPr>
          </a:lstStyle>
          <a:p>
            <a:r>
              <a:rPr lang="da-DK" dirty="0"/>
              <a:t>Overskrift</a:t>
            </a:r>
          </a:p>
        </p:txBody>
      </p:sp>
      <p:sp>
        <p:nvSpPr>
          <p:cNvPr id="14" name="5th element" descr=" ">
            <a:extLst>
              <a:ext uri="{FF2B5EF4-FFF2-40B4-BE49-F238E27FC236}">
                <a16:creationId xmlns:a16="http://schemas.microsoft.com/office/drawing/2014/main" id="{01A16D83-C54B-1949-6407-FDF61B9F833B}"/>
              </a:ext>
            </a:extLst>
          </p:cNvPr>
          <p:cNvSpPr/>
          <p:nvPr userDrawn="1"/>
        </p:nvSpPr>
        <p:spPr>
          <a:xfrm>
            <a:off x="395288" y="6395662"/>
            <a:ext cx="207711" cy="221051"/>
          </a:xfrm>
          <a:custGeom>
            <a:avLst/>
            <a:gdLst>
              <a:gd name="connsiteX0" fmla="*/ 109836 w 207711"/>
              <a:gd name="connsiteY0" fmla="*/ 152989 h 221051"/>
              <a:gd name="connsiteX1" fmla="*/ 134199 w 207711"/>
              <a:gd name="connsiteY1" fmla="*/ 162957 h 221051"/>
              <a:gd name="connsiteX2" fmla="*/ 134199 w 207711"/>
              <a:gd name="connsiteY2" fmla="*/ 211085 h 221051"/>
              <a:gd name="connsiteX3" fmla="*/ 85474 w 207711"/>
              <a:gd name="connsiteY3" fmla="*/ 211085 h 221051"/>
              <a:gd name="connsiteX4" fmla="*/ 85474 w 207711"/>
              <a:gd name="connsiteY4" fmla="*/ 162957 h 221051"/>
              <a:gd name="connsiteX5" fmla="*/ 109836 w 207711"/>
              <a:gd name="connsiteY5" fmla="*/ 152989 h 221051"/>
              <a:gd name="connsiteX6" fmla="*/ 182961 w 207711"/>
              <a:gd name="connsiteY6" fmla="*/ 139441 h 221051"/>
              <a:gd name="connsiteX7" fmla="*/ 207041 w 207711"/>
              <a:gd name="connsiteY7" fmla="*/ 153246 h 221051"/>
              <a:gd name="connsiteX8" fmla="*/ 193066 w 207711"/>
              <a:gd name="connsiteY8" fmla="*/ 177030 h 221051"/>
              <a:gd name="connsiteX9" fmla="*/ 168986 w 207711"/>
              <a:gd name="connsiteY9" fmla="*/ 163226 h 221051"/>
              <a:gd name="connsiteX10" fmla="*/ 182961 w 207711"/>
              <a:gd name="connsiteY10" fmla="*/ 139441 h 221051"/>
              <a:gd name="connsiteX11" fmla="*/ 39377 w 207711"/>
              <a:gd name="connsiteY11" fmla="*/ 71631 h 221051"/>
              <a:gd name="connsiteX12" fmla="*/ 78753 w 207711"/>
              <a:gd name="connsiteY12" fmla="*/ 110525 h 221051"/>
              <a:gd name="connsiteX13" fmla="*/ 39377 w 207711"/>
              <a:gd name="connsiteY13" fmla="*/ 149419 h 221051"/>
              <a:gd name="connsiteX14" fmla="*/ 0 w 207711"/>
              <a:gd name="connsiteY14" fmla="*/ 110525 h 221051"/>
              <a:gd name="connsiteX15" fmla="*/ 39377 w 207711"/>
              <a:gd name="connsiteY15" fmla="*/ 71631 h 221051"/>
              <a:gd name="connsiteX16" fmla="*/ 195554 w 207711"/>
              <a:gd name="connsiteY16" fmla="*/ 44851 h 221051"/>
              <a:gd name="connsiteX17" fmla="*/ 206208 w 207711"/>
              <a:gd name="connsiteY17" fmla="*/ 55375 h 221051"/>
              <a:gd name="connsiteX18" fmla="*/ 195554 w 207711"/>
              <a:gd name="connsiteY18" fmla="*/ 80781 h 221051"/>
              <a:gd name="connsiteX19" fmla="*/ 169832 w 207711"/>
              <a:gd name="connsiteY19" fmla="*/ 70258 h 221051"/>
              <a:gd name="connsiteX20" fmla="*/ 180486 w 207711"/>
              <a:gd name="connsiteY20" fmla="*/ 44851 h 221051"/>
              <a:gd name="connsiteX21" fmla="*/ 195554 w 207711"/>
              <a:gd name="connsiteY21" fmla="*/ 44851 h 221051"/>
              <a:gd name="connsiteX22" fmla="*/ 109836 w 207711"/>
              <a:gd name="connsiteY22" fmla="*/ 0 h 221051"/>
              <a:gd name="connsiteX23" fmla="*/ 134199 w 207711"/>
              <a:gd name="connsiteY23" fmla="*/ 9968 h 221051"/>
              <a:gd name="connsiteX24" fmla="*/ 134199 w 207711"/>
              <a:gd name="connsiteY24" fmla="*/ 58095 h 221051"/>
              <a:gd name="connsiteX25" fmla="*/ 85474 w 207711"/>
              <a:gd name="connsiteY25" fmla="*/ 58095 h 221051"/>
              <a:gd name="connsiteX26" fmla="*/ 85474 w 207711"/>
              <a:gd name="connsiteY26" fmla="*/ 9968 h 221051"/>
              <a:gd name="connsiteX27" fmla="*/ 109836 w 207711"/>
              <a:gd name="connsiteY27" fmla="*/ 0 h 22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7711" h="221051">
                <a:moveTo>
                  <a:pt x="109836" y="152989"/>
                </a:moveTo>
                <a:cubicBezTo>
                  <a:pt x="118654" y="152989"/>
                  <a:pt x="127471" y="156312"/>
                  <a:pt x="134199" y="162957"/>
                </a:cubicBezTo>
                <a:cubicBezTo>
                  <a:pt x="147654" y="176246"/>
                  <a:pt x="147654" y="197794"/>
                  <a:pt x="134199" y="211085"/>
                </a:cubicBezTo>
                <a:cubicBezTo>
                  <a:pt x="120743" y="224374"/>
                  <a:pt x="98930" y="224374"/>
                  <a:pt x="85474" y="211085"/>
                </a:cubicBezTo>
                <a:cubicBezTo>
                  <a:pt x="72019" y="197794"/>
                  <a:pt x="72019" y="176246"/>
                  <a:pt x="85474" y="162957"/>
                </a:cubicBezTo>
                <a:cubicBezTo>
                  <a:pt x="92202" y="156312"/>
                  <a:pt x="101019" y="152989"/>
                  <a:pt x="109836" y="152989"/>
                </a:cubicBezTo>
                <a:close/>
                <a:moveTo>
                  <a:pt x="182961" y="139441"/>
                </a:moveTo>
                <a:cubicBezTo>
                  <a:pt x="193469" y="136685"/>
                  <a:pt x="204250" y="142866"/>
                  <a:pt x="207041" y="153246"/>
                </a:cubicBezTo>
                <a:cubicBezTo>
                  <a:pt x="209831" y="163625"/>
                  <a:pt x="203574" y="174274"/>
                  <a:pt x="193066" y="177030"/>
                </a:cubicBezTo>
                <a:cubicBezTo>
                  <a:pt x="182557" y="179786"/>
                  <a:pt x="171776" y="173605"/>
                  <a:pt x="168986" y="163226"/>
                </a:cubicBezTo>
                <a:cubicBezTo>
                  <a:pt x="166196" y="152846"/>
                  <a:pt x="172452" y="142198"/>
                  <a:pt x="182961" y="139441"/>
                </a:cubicBezTo>
                <a:close/>
                <a:moveTo>
                  <a:pt x="39377" y="71631"/>
                </a:moveTo>
                <a:cubicBezTo>
                  <a:pt x="61124" y="71631"/>
                  <a:pt x="78753" y="89045"/>
                  <a:pt x="78753" y="110525"/>
                </a:cubicBezTo>
                <a:cubicBezTo>
                  <a:pt x="78753" y="132006"/>
                  <a:pt x="61124" y="149419"/>
                  <a:pt x="39377" y="149419"/>
                </a:cubicBezTo>
                <a:cubicBezTo>
                  <a:pt x="17630" y="149419"/>
                  <a:pt x="0" y="132006"/>
                  <a:pt x="0" y="110525"/>
                </a:cubicBezTo>
                <a:cubicBezTo>
                  <a:pt x="0" y="89045"/>
                  <a:pt x="17630" y="71631"/>
                  <a:pt x="39377" y="71631"/>
                </a:cubicBezTo>
                <a:close/>
                <a:moveTo>
                  <a:pt x="195554" y="44851"/>
                </a:moveTo>
                <a:cubicBezTo>
                  <a:pt x="200208" y="46755"/>
                  <a:pt x="204127" y="50414"/>
                  <a:pt x="206208" y="55375"/>
                </a:cubicBezTo>
                <a:cubicBezTo>
                  <a:pt x="210369" y="65297"/>
                  <a:pt x="205599" y="76671"/>
                  <a:pt x="195554" y="80781"/>
                </a:cubicBezTo>
                <a:cubicBezTo>
                  <a:pt x="185509" y="84891"/>
                  <a:pt x="173993" y="80179"/>
                  <a:pt x="169832" y="70258"/>
                </a:cubicBezTo>
                <a:cubicBezTo>
                  <a:pt x="165671" y="60336"/>
                  <a:pt x="170441" y="48961"/>
                  <a:pt x="180486" y="44851"/>
                </a:cubicBezTo>
                <a:cubicBezTo>
                  <a:pt x="185509" y="42796"/>
                  <a:pt x="190899" y="42947"/>
                  <a:pt x="195554" y="44851"/>
                </a:cubicBezTo>
                <a:close/>
                <a:moveTo>
                  <a:pt x="109836" y="0"/>
                </a:moveTo>
                <a:cubicBezTo>
                  <a:pt x="118654" y="0"/>
                  <a:pt x="127471" y="3323"/>
                  <a:pt x="134199" y="9968"/>
                </a:cubicBezTo>
                <a:cubicBezTo>
                  <a:pt x="147654" y="23258"/>
                  <a:pt x="147654" y="44805"/>
                  <a:pt x="134199" y="58095"/>
                </a:cubicBezTo>
                <a:cubicBezTo>
                  <a:pt x="120743" y="71385"/>
                  <a:pt x="98930" y="71385"/>
                  <a:pt x="85474" y="58095"/>
                </a:cubicBezTo>
                <a:cubicBezTo>
                  <a:pt x="72019" y="44805"/>
                  <a:pt x="72019" y="23258"/>
                  <a:pt x="85474" y="9968"/>
                </a:cubicBezTo>
                <a:cubicBezTo>
                  <a:pt x="92202" y="3323"/>
                  <a:pt x="101019" y="0"/>
                  <a:pt x="109836" y="0"/>
                </a:cubicBezTo>
                <a:close/>
              </a:path>
            </a:pathLst>
          </a:custGeom>
          <a:solidFill>
            <a:schemeClr val="bg1"/>
          </a:solidFill>
          <a:ln w="12665" cap="flat">
            <a:noFill/>
            <a:prstDash val="solid"/>
            <a:miter/>
          </a:ln>
        </p:spPr>
        <p:txBody>
          <a:bodyPr rtlCol="0" anchor="ctr"/>
          <a:lstStyle/>
          <a:p>
            <a:endParaRPr lang="da-DK" dirty="0"/>
          </a:p>
        </p:txBody>
      </p:sp>
      <p:sp>
        <p:nvSpPr>
          <p:cNvPr id="15" name="Slide Number Placeholder 14">
            <a:extLst>
              <a:ext uri="{FF2B5EF4-FFF2-40B4-BE49-F238E27FC236}">
                <a16:creationId xmlns:a16="http://schemas.microsoft.com/office/drawing/2014/main" id="{05B61F20-07F9-9D53-C455-32796D039DA4}"/>
              </a:ext>
            </a:extLst>
          </p:cNvPr>
          <p:cNvSpPr>
            <a:spLocks noGrp="1"/>
          </p:cNvSpPr>
          <p:nvPr>
            <p:ph type="sldNum" sz="quarter" idx="17"/>
          </p:nvPr>
        </p:nvSpPr>
        <p:spPr/>
        <p:txBody>
          <a:bodyPr/>
          <a:lstStyle>
            <a:lvl1pPr>
              <a:defRPr>
                <a:solidFill>
                  <a:schemeClr val="bg1"/>
                </a:solidFill>
              </a:defRPr>
            </a:lvl1pPr>
          </a:lstStyle>
          <a:p>
            <a:fld id="{23AA811B-2EBD-4900-905E-5BE206449611}" type="slidenum">
              <a:rPr lang="da-DK" smtClean="0"/>
              <a:pPr/>
              <a:t>‹#›</a:t>
            </a:fld>
            <a:endParaRPr lang="da-DK" dirty="0"/>
          </a:p>
        </p:txBody>
      </p:sp>
      <p:sp>
        <p:nvSpPr>
          <p:cNvPr id="3" name="Title 1">
            <a:extLst>
              <a:ext uri="{FF2B5EF4-FFF2-40B4-BE49-F238E27FC236}">
                <a16:creationId xmlns:a16="http://schemas.microsoft.com/office/drawing/2014/main" id="{833EE388-94B4-A61C-593D-F60C1CAC67FC}"/>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Skiller</a:t>
            </a:r>
          </a:p>
        </p:txBody>
      </p:sp>
    </p:spTree>
    <p:extLst>
      <p:ext uri="{BB962C8B-B14F-4D97-AF65-F5344CB8AC3E}">
        <p14:creationId xmlns:p14="http://schemas.microsoft.com/office/powerpoint/2010/main" val="270691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p:txBody>
          <a:bodyPr/>
          <a:lstStyle>
            <a:lvl1pPr>
              <a:lnSpc>
                <a:spcPct val="100000"/>
              </a:lnSpc>
              <a:defRPr/>
            </a:lvl1pPr>
          </a:lstStyle>
          <a:p>
            <a:r>
              <a:rPr lang="da-DK" dirty="0"/>
              <a:t>Overskrift</a:t>
            </a:r>
          </a:p>
        </p:txBody>
      </p:sp>
      <p:sp>
        <p:nvSpPr>
          <p:cNvPr id="3" name="Content Placeholder 2"/>
          <p:cNvSpPr>
            <a:spLocks noGrp="1"/>
          </p:cNvSpPr>
          <p:nvPr>
            <p:ph idx="1" hasCustomPrompt="1"/>
          </p:nvPr>
        </p:nvSpPr>
        <p:spPr/>
        <p:txBody>
          <a:bodyPr/>
          <a:lstStyle>
            <a:lvl1pPr>
              <a:defRPr/>
            </a:lvl1pPr>
            <a:lvl5pPr>
              <a:defRPr/>
            </a:lvl5pPr>
            <a:lvl6pPr>
              <a:defRPr/>
            </a:lvl6pPr>
            <a:lvl7pPr>
              <a:defRPr/>
            </a:lvl7pPr>
            <a:lvl8pPr>
              <a:defRPr/>
            </a:lvl8pPr>
            <a:lvl9pPr>
              <a:defRPr/>
            </a:lvl9pPr>
          </a:lstStyle>
          <a:p>
            <a:pPr lvl="0"/>
            <a:r>
              <a:rPr lang="da-DK" noProof="0" dirty="0"/>
              <a:t>Click to add text                                                   Press ENTER then TAB to view next text style    Press SHIFT+TAB to view previous text style</a:t>
            </a:r>
          </a:p>
          <a:p>
            <a:pPr lvl="1"/>
            <a:r>
              <a:rPr lang="da-DK" noProof="0" dirty="0"/>
              <a:t>Second level</a:t>
            </a:r>
          </a:p>
          <a:p>
            <a:pPr lvl="2"/>
            <a:r>
              <a:rPr lang="da-DK" noProof="0" dirty="0"/>
              <a:t>Third level</a:t>
            </a:r>
          </a:p>
          <a:p>
            <a:pPr lvl="3"/>
            <a:r>
              <a:rPr lang="da-DK" noProof="0" dirty="0"/>
              <a:t>Fourth level</a:t>
            </a:r>
          </a:p>
          <a:p>
            <a:pPr lvl="4"/>
            <a:r>
              <a:rPr lang="da-DK" noProof="0" dirty="0"/>
              <a:t>Fifth level</a:t>
            </a:r>
          </a:p>
          <a:p>
            <a:pPr lvl="5"/>
            <a:r>
              <a:rPr lang="da-DK" noProof="0" dirty="0"/>
              <a:t>Sixth level</a:t>
            </a:r>
          </a:p>
          <a:p>
            <a:pPr lvl="6"/>
            <a:r>
              <a:rPr lang="da-DK" noProof="0" dirty="0"/>
              <a:t>Seventh level</a:t>
            </a:r>
          </a:p>
          <a:p>
            <a:pPr lvl="7"/>
            <a:r>
              <a:rPr lang="da-DK" noProof="0" dirty="0"/>
              <a:t>Eighth level</a:t>
            </a:r>
          </a:p>
          <a:p>
            <a:pPr lvl="8"/>
            <a:r>
              <a:rPr lang="da-DK" noProof="0" dirty="0"/>
              <a:t>Ninth level</a:t>
            </a:r>
          </a:p>
        </p:txBody>
      </p:sp>
      <p:sp>
        <p:nvSpPr>
          <p:cNvPr id="7" name="Date Placeholder 6">
            <a:extLst>
              <a:ext uri="{FF2B5EF4-FFF2-40B4-BE49-F238E27FC236}">
                <a16:creationId xmlns:a16="http://schemas.microsoft.com/office/drawing/2014/main" id="{14D980D4-A6FE-48C4-3FB4-A170F1DD3EFA}"/>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8" name="Footer Placeholder 7">
            <a:extLst>
              <a:ext uri="{FF2B5EF4-FFF2-40B4-BE49-F238E27FC236}">
                <a16:creationId xmlns:a16="http://schemas.microsoft.com/office/drawing/2014/main" id="{09C9C598-2ADD-7AAD-BC20-214AE14F332E}"/>
              </a:ext>
            </a:extLst>
          </p:cNvPr>
          <p:cNvSpPr>
            <a:spLocks noGrp="1"/>
          </p:cNvSpPr>
          <p:nvPr>
            <p:ph type="ftr" sz="quarter" idx="11"/>
          </p:nvPr>
        </p:nvSpPr>
        <p:spPr/>
        <p:txBody>
          <a:bodyPr/>
          <a:lstStyle/>
          <a:p>
            <a:endParaRPr lang="da-DK" dirty="0"/>
          </a:p>
        </p:txBody>
      </p:sp>
      <p:sp>
        <p:nvSpPr>
          <p:cNvPr id="9" name="Slide Number Placeholder 8">
            <a:extLst>
              <a:ext uri="{FF2B5EF4-FFF2-40B4-BE49-F238E27FC236}">
                <a16:creationId xmlns:a16="http://schemas.microsoft.com/office/drawing/2014/main" id="{338DCD92-64F9-6FD5-F0BC-D1B2259B4E48}"/>
              </a:ext>
            </a:extLst>
          </p:cNvPr>
          <p:cNvSpPr>
            <a:spLocks noGrp="1"/>
          </p:cNvSpPr>
          <p:nvPr>
            <p:ph type="sldNum" sz="quarter" idx="12"/>
          </p:nvPr>
        </p:nvSpPr>
        <p:spPr/>
        <p:txBody>
          <a:bodyPr/>
          <a:lstStyle/>
          <a:p>
            <a:fld id="{23AA811B-2EBD-4900-905E-5BE206449611}" type="slidenum">
              <a:rPr lang="da-DK" smtClean="0"/>
              <a:pPr/>
              <a:t>‹#›</a:t>
            </a:fld>
            <a:endParaRPr lang="da-DK" dirty="0"/>
          </a:p>
        </p:txBody>
      </p:sp>
      <p:sp>
        <p:nvSpPr>
          <p:cNvPr id="4" name="Title 1">
            <a:extLst>
              <a:ext uri="{FF2B5EF4-FFF2-40B4-BE49-F238E27FC236}">
                <a16:creationId xmlns:a16="http://schemas.microsoft.com/office/drawing/2014/main" id="{6D1CB841-5701-B15F-E158-6CFB6A648C97}"/>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1 indhold</a:t>
            </a:r>
          </a:p>
        </p:txBody>
      </p:sp>
    </p:spTree>
    <p:extLst>
      <p:ext uri="{BB962C8B-B14F-4D97-AF65-F5344CB8AC3E}">
        <p14:creationId xmlns:p14="http://schemas.microsoft.com/office/powerpoint/2010/main" val="2731011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p:txBody>
          <a:bodyPr/>
          <a:lstStyle/>
          <a:p>
            <a:r>
              <a:rPr lang="da-DK" dirty="0"/>
              <a:t>Overskrift</a:t>
            </a:r>
          </a:p>
        </p:txBody>
      </p:sp>
      <p:sp>
        <p:nvSpPr>
          <p:cNvPr id="3" name="Content Placeholder 2"/>
          <p:cNvSpPr>
            <a:spLocks noGrp="1"/>
          </p:cNvSpPr>
          <p:nvPr>
            <p:ph idx="1" hasCustomPrompt="1"/>
          </p:nvPr>
        </p:nvSpPr>
        <p:spPr>
          <a:xfrm>
            <a:off x="6176963" y="395287"/>
            <a:ext cx="2727326" cy="5773737"/>
          </a:xfrm>
        </p:spPr>
        <p:txBody>
          <a:bodyPr/>
          <a:lstStyle>
            <a:lvl1pPr>
              <a:defRPr sz="1200"/>
            </a:lvl1pPr>
            <a:lvl2pPr>
              <a:defRPr sz="1200"/>
            </a:lvl2pPr>
            <a:lvl3pPr>
              <a:defRPr sz="1200"/>
            </a:lvl3pPr>
            <a:lvl4pPr>
              <a:defRPr sz="1200"/>
            </a:lvl4pPr>
            <a:lvl5pPr>
              <a:defRPr sz="1200"/>
            </a:lvl5pPr>
            <a:lvl6pPr>
              <a:defRPr sz="1600"/>
            </a:lvl6pPr>
            <a:lvl7pPr>
              <a:defRPr sz="1600"/>
            </a:lvl7pPr>
            <a:lvl8pPr>
              <a:defRPr sz="1600"/>
            </a:lvl8pPr>
          </a:lstStyle>
          <a:p>
            <a:pPr lvl="0"/>
            <a:r>
              <a:rPr lang="da-DK" noProof="0" dirty="0"/>
              <a:t>Click to add text                                                 Press ENTER then TAB to view next text style     Press SHIFT+TAB to view previous text style</a:t>
            </a:r>
          </a:p>
          <a:p>
            <a:pPr lvl="1"/>
            <a:r>
              <a:rPr lang="da-DK" noProof="0" dirty="0"/>
              <a:t>Level 2</a:t>
            </a:r>
          </a:p>
          <a:p>
            <a:pPr lvl="2"/>
            <a:r>
              <a:rPr lang="da-DK" noProof="0" dirty="0"/>
              <a:t>Level 3</a:t>
            </a:r>
          </a:p>
          <a:p>
            <a:pPr lvl="3"/>
            <a:r>
              <a:rPr lang="da-DK" noProof="0" dirty="0"/>
              <a:t>Level 4</a:t>
            </a:r>
          </a:p>
          <a:p>
            <a:pPr lvl="4"/>
            <a:r>
              <a:rPr lang="da-DK" noProof="0" dirty="0"/>
              <a:t>Level 5</a:t>
            </a:r>
          </a:p>
          <a:p>
            <a:pPr lvl="5"/>
            <a:r>
              <a:rPr lang="da-DK" noProof="0" dirty="0"/>
              <a:t>Level 6</a:t>
            </a:r>
          </a:p>
          <a:p>
            <a:pPr lvl="6"/>
            <a:r>
              <a:rPr lang="da-DK" noProof="0" dirty="0"/>
              <a:t>Level 7</a:t>
            </a:r>
          </a:p>
          <a:p>
            <a:pPr lvl="7"/>
            <a:r>
              <a:rPr lang="da-DK" noProof="0" dirty="0"/>
              <a:t>Level 8</a:t>
            </a:r>
          </a:p>
          <a:p>
            <a:pPr lvl="8"/>
            <a:r>
              <a:rPr lang="da-DK" noProof="0" dirty="0"/>
              <a:t>Level 9</a:t>
            </a:r>
          </a:p>
          <a:p>
            <a:pPr lvl="0"/>
            <a:endParaRPr lang="da-DK" noProof="0" dirty="0"/>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9066212" y="395288"/>
            <a:ext cx="2727326" cy="5773736"/>
          </a:xfrm>
        </p:spPr>
        <p:txBody>
          <a:bodyPr/>
          <a:lstStyle>
            <a:lvl1pPr>
              <a:defRPr sz="1200"/>
            </a:lvl1pPr>
            <a:lvl2pPr>
              <a:defRPr sz="1200"/>
            </a:lvl2pPr>
            <a:lvl3pPr>
              <a:defRPr sz="1200"/>
            </a:lvl3pPr>
            <a:lvl4pPr>
              <a:defRPr sz="1200"/>
            </a:lvl4pPr>
            <a:lvl5pPr>
              <a:defRPr sz="1200"/>
            </a:lvl5pPr>
            <a:lvl6pPr>
              <a:defRPr sz="1600"/>
            </a:lvl6pPr>
            <a:lvl7pPr>
              <a:defRPr sz="1600"/>
            </a:lvl7pPr>
            <a:lvl8pPr>
              <a:defRPr sz="1600"/>
            </a:lvl8pPr>
          </a:lstStyle>
          <a:p>
            <a:pPr lvl="0"/>
            <a:r>
              <a:rPr lang="da-DK" noProof="0" dirty="0"/>
              <a:t>Click to add text                  Press ENTER then TAB to view next text style                            Press SHIFT+TAB to view previous text style</a:t>
            </a:r>
          </a:p>
          <a:p>
            <a:pPr lvl="1"/>
            <a:r>
              <a:rPr lang="da-DK" noProof="0" dirty="0"/>
              <a:t>Level 2</a:t>
            </a:r>
          </a:p>
          <a:p>
            <a:pPr lvl="2"/>
            <a:r>
              <a:rPr lang="da-DK" noProof="0" dirty="0"/>
              <a:t>Level 3</a:t>
            </a:r>
          </a:p>
          <a:p>
            <a:pPr lvl="3"/>
            <a:r>
              <a:rPr lang="da-DK" noProof="0" dirty="0"/>
              <a:t>Level 4</a:t>
            </a:r>
          </a:p>
          <a:p>
            <a:pPr lvl="4"/>
            <a:r>
              <a:rPr lang="da-DK" noProof="0" dirty="0"/>
              <a:t>Level 5</a:t>
            </a:r>
          </a:p>
          <a:p>
            <a:pPr lvl="5"/>
            <a:r>
              <a:rPr lang="da-DK" noProof="0" dirty="0"/>
              <a:t>Level 6</a:t>
            </a:r>
          </a:p>
          <a:p>
            <a:pPr lvl="6"/>
            <a:r>
              <a:rPr lang="da-DK" noProof="0" dirty="0"/>
              <a:t>Level 7</a:t>
            </a:r>
          </a:p>
          <a:p>
            <a:pPr lvl="7"/>
            <a:r>
              <a:rPr lang="da-DK" noProof="0" dirty="0"/>
              <a:t>Level 8</a:t>
            </a:r>
          </a:p>
          <a:p>
            <a:pPr lvl="8"/>
            <a:r>
              <a:rPr lang="da-DK" noProof="0" dirty="0"/>
              <a:t>Level 9</a:t>
            </a:r>
          </a:p>
          <a:p>
            <a:pPr lvl="0"/>
            <a:endParaRPr lang="da-DK" noProof="0" dirty="0"/>
          </a:p>
        </p:txBody>
      </p:sp>
      <p:sp>
        <p:nvSpPr>
          <p:cNvPr id="8" name="Date Placeholder 7">
            <a:extLst>
              <a:ext uri="{FF2B5EF4-FFF2-40B4-BE49-F238E27FC236}">
                <a16:creationId xmlns:a16="http://schemas.microsoft.com/office/drawing/2014/main" id="{6B49660F-B2FB-4041-2653-C61DAA5A1720}"/>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9" name="Footer Placeholder 8">
            <a:extLst>
              <a:ext uri="{FF2B5EF4-FFF2-40B4-BE49-F238E27FC236}">
                <a16:creationId xmlns:a16="http://schemas.microsoft.com/office/drawing/2014/main" id="{BD8EA3FD-C1FD-6A92-B851-3CA9A5AC7C33}"/>
              </a:ext>
            </a:extLst>
          </p:cNvPr>
          <p:cNvSpPr>
            <a:spLocks noGrp="1"/>
          </p:cNvSpPr>
          <p:nvPr>
            <p:ph type="ftr" sz="quarter" idx="11"/>
          </p:nvPr>
        </p:nvSpPr>
        <p:spPr/>
        <p:txBody>
          <a:bodyPr/>
          <a:lstStyle/>
          <a:p>
            <a:endParaRPr lang="da-DK" dirty="0"/>
          </a:p>
        </p:txBody>
      </p:sp>
      <p:sp>
        <p:nvSpPr>
          <p:cNvPr id="10" name="Slide Number Placeholder 9">
            <a:extLst>
              <a:ext uri="{FF2B5EF4-FFF2-40B4-BE49-F238E27FC236}">
                <a16:creationId xmlns:a16="http://schemas.microsoft.com/office/drawing/2014/main" id="{438DC114-746C-3747-B023-3D61439FC1B6}"/>
              </a:ext>
            </a:extLst>
          </p:cNvPr>
          <p:cNvSpPr>
            <a:spLocks noGrp="1"/>
          </p:cNvSpPr>
          <p:nvPr>
            <p:ph type="sldNum" sz="quarter" idx="12"/>
          </p:nvPr>
        </p:nvSpPr>
        <p:spPr/>
        <p:txBody>
          <a:bodyPr/>
          <a:lstStyle/>
          <a:p>
            <a:fld id="{23AA811B-2EBD-4900-905E-5BE206449611}" type="slidenum">
              <a:rPr lang="da-DK" smtClean="0"/>
              <a:pPr/>
              <a:t>‹#›</a:t>
            </a:fld>
            <a:endParaRPr lang="da-DK" dirty="0"/>
          </a:p>
        </p:txBody>
      </p:sp>
      <p:sp>
        <p:nvSpPr>
          <p:cNvPr id="4" name="Title 1">
            <a:extLst>
              <a:ext uri="{FF2B5EF4-FFF2-40B4-BE49-F238E27FC236}">
                <a16:creationId xmlns:a16="http://schemas.microsoft.com/office/drawing/2014/main" id="{683A4C8E-6445-465D-2791-1DD35341A3F4}"/>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2 indhold</a:t>
            </a:r>
          </a:p>
        </p:txBody>
      </p:sp>
    </p:spTree>
    <p:extLst>
      <p:ext uri="{BB962C8B-B14F-4D97-AF65-F5344CB8AC3E}">
        <p14:creationId xmlns:p14="http://schemas.microsoft.com/office/powerpoint/2010/main" val="137092686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CF41-4700-4C0D-801F-1B8DD72EDF93}"/>
              </a:ext>
            </a:extLst>
          </p:cNvPr>
          <p:cNvSpPr>
            <a:spLocks noGrp="1"/>
          </p:cNvSpPr>
          <p:nvPr>
            <p:ph type="title" hasCustomPrompt="1"/>
          </p:nvPr>
        </p:nvSpPr>
        <p:spPr>
          <a:xfrm>
            <a:off x="396873" y="395288"/>
            <a:ext cx="7543801" cy="663600"/>
          </a:xfrm>
        </p:spPr>
        <p:txBody>
          <a:bodyPr/>
          <a:lstStyle/>
          <a:p>
            <a:r>
              <a:rPr lang="da-DK" dirty="0"/>
              <a:t>Overskrift</a:t>
            </a:r>
          </a:p>
        </p:txBody>
      </p:sp>
      <p:sp>
        <p:nvSpPr>
          <p:cNvPr id="3" name="Content Placeholder 2"/>
          <p:cNvSpPr>
            <a:spLocks noGrp="1"/>
          </p:cNvSpPr>
          <p:nvPr>
            <p:ph idx="1" hasCustomPrompt="1"/>
          </p:nvPr>
        </p:nvSpPr>
        <p:spPr>
          <a:xfrm>
            <a:off x="396874" y="1987550"/>
            <a:ext cx="3690939" cy="4181475"/>
          </a:xfrm>
        </p:spPr>
        <p:txBody>
          <a:bodyPr/>
          <a:lstStyle>
            <a:lvl1pPr>
              <a:defRPr sz="1200"/>
            </a:lvl1pPr>
            <a:lvl2pPr>
              <a:defRPr sz="1200"/>
            </a:lvl2pPr>
            <a:lvl3pPr>
              <a:defRPr sz="1200"/>
            </a:lvl3pPr>
            <a:lvl4pPr>
              <a:defRPr sz="1200"/>
            </a:lvl4pPr>
            <a:lvl5pPr>
              <a:defRPr sz="1200"/>
            </a:lvl5pPr>
            <a:lvl6pPr>
              <a:defRPr sz="1600"/>
            </a:lvl6pPr>
            <a:lvl7pPr>
              <a:defRPr sz="1600"/>
            </a:lvl7pPr>
            <a:lvl8pPr>
              <a:defRPr sz="1600"/>
            </a:lvl8pPr>
          </a:lstStyle>
          <a:p>
            <a:pPr lvl="0"/>
            <a:r>
              <a:rPr lang="da-DK" noProof="0" dirty="0"/>
              <a:t>Click to add text                                                 Press ENTER then TAB to view next text style     Press SHIFT+TAB to view previous text style</a:t>
            </a:r>
          </a:p>
          <a:p>
            <a:pPr lvl="1"/>
            <a:r>
              <a:rPr lang="da-DK" noProof="0" dirty="0"/>
              <a:t>Level 2</a:t>
            </a:r>
          </a:p>
          <a:p>
            <a:pPr lvl="2"/>
            <a:r>
              <a:rPr lang="da-DK" noProof="0" dirty="0"/>
              <a:t>Level 3</a:t>
            </a:r>
          </a:p>
          <a:p>
            <a:pPr lvl="3"/>
            <a:r>
              <a:rPr lang="da-DK" noProof="0" dirty="0"/>
              <a:t>Level 4</a:t>
            </a:r>
          </a:p>
          <a:p>
            <a:pPr lvl="4"/>
            <a:r>
              <a:rPr lang="da-DK" noProof="0" dirty="0"/>
              <a:t>Level 5</a:t>
            </a:r>
          </a:p>
          <a:p>
            <a:pPr lvl="5"/>
            <a:r>
              <a:rPr lang="da-DK" noProof="0" dirty="0"/>
              <a:t>Level 6</a:t>
            </a:r>
          </a:p>
          <a:p>
            <a:pPr lvl="6"/>
            <a:r>
              <a:rPr lang="da-DK" noProof="0" dirty="0"/>
              <a:t>Level 7</a:t>
            </a:r>
          </a:p>
          <a:p>
            <a:pPr lvl="7"/>
            <a:r>
              <a:rPr lang="da-DK" noProof="0" dirty="0"/>
              <a:t>Level 8</a:t>
            </a:r>
          </a:p>
          <a:p>
            <a:pPr lvl="8"/>
            <a:r>
              <a:rPr lang="da-DK" noProof="0" dirty="0"/>
              <a:t>Level 9</a:t>
            </a:r>
          </a:p>
          <a:p>
            <a:pPr lvl="0"/>
            <a:endParaRPr lang="da-DK" noProof="0" dirty="0"/>
          </a:p>
        </p:txBody>
      </p:sp>
      <p:sp>
        <p:nvSpPr>
          <p:cNvPr id="8" name="Date Placeholder 7">
            <a:extLst>
              <a:ext uri="{FF2B5EF4-FFF2-40B4-BE49-F238E27FC236}">
                <a16:creationId xmlns:a16="http://schemas.microsoft.com/office/drawing/2014/main" id="{6B49660F-B2FB-4041-2653-C61DAA5A1720}"/>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9" name="Footer Placeholder 8">
            <a:extLst>
              <a:ext uri="{FF2B5EF4-FFF2-40B4-BE49-F238E27FC236}">
                <a16:creationId xmlns:a16="http://schemas.microsoft.com/office/drawing/2014/main" id="{BD8EA3FD-C1FD-6A92-B851-3CA9A5AC7C33}"/>
              </a:ext>
            </a:extLst>
          </p:cNvPr>
          <p:cNvSpPr>
            <a:spLocks noGrp="1"/>
          </p:cNvSpPr>
          <p:nvPr>
            <p:ph type="ftr" sz="quarter" idx="11"/>
          </p:nvPr>
        </p:nvSpPr>
        <p:spPr/>
        <p:txBody>
          <a:bodyPr/>
          <a:lstStyle/>
          <a:p>
            <a:endParaRPr lang="da-DK" dirty="0"/>
          </a:p>
        </p:txBody>
      </p:sp>
      <p:sp>
        <p:nvSpPr>
          <p:cNvPr id="10" name="Slide Number Placeholder 9">
            <a:extLst>
              <a:ext uri="{FF2B5EF4-FFF2-40B4-BE49-F238E27FC236}">
                <a16:creationId xmlns:a16="http://schemas.microsoft.com/office/drawing/2014/main" id="{438DC114-746C-3747-B023-3D61439FC1B6}"/>
              </a:ext>
            </a:extLst>
          </p:cNvPr>
          <p:cNvSpPr>
            <a:spLocks noGrp="1"/>
          </p:cNvSpPr>
          <p:nvPr>
            <p:ph type="sldNum" sz="quarter" idx="12"/>
          </p:nvPr>
        </p:nvSpPr>
        <p:spPr/>
        <p:txBody>
          <a:bodyPr/>
          <a:lstStyle/>
          <a:p>
            <a:fld id="{23AA811B-2EBD-4900-905E-5BE206449611}" type="slidenum">
              <a:rPr lang="da-DK" smtClean="0"/>
              <a:pPr/>
              <a:t>‹#›</a:t>
            </a:fld>
            <a:endParaRPr lang="da-DK" dirty="0"/>
          </a:p>
        </p:txBody>
      </p:sp>
      <p:sp>
        <p:nvSpPr>
          <p:cNvPr id="11" name="Content Placeholder 2">
            <a:extLst>
              <a:ext uri="{FF2B5EF4-FFF2-40B4-BE49-F238E27FC236}">
                <a16:creationId xmlns:a16="http://schemas.microsoft.com/office/drawing/2014/main" id="{575309F2-6313-7D94-BB9A-08E08186E7C3}"/>
              </a:ext>
            </a:extLst>
          </p:cNvPr>
          <p:cNvSpPr>
            <a:spLocks noGrp="1"/>
          </p:cNvSpPr>
          <p:nvPr>
            <p:ph idx="13" hasCustomPrompt="1"/>
          </p:nvPr>
        </p:nvSpPr>
        <p:spPr>
          <a:xfrm>
            <a:off x="4260128" y="1987550"/>
            <a:ext cx="3680547" cy="4181475"/>
          </a:xfrm>
        </p:spPr>
        <p:txBody>
          <a:bodyPr/>
          <a:lstStyle>
            <a:lvl1pPr>
              <a:defRPr sz="1200"/>
            </a:lvl1pPr>
            <a:lvl2pPr>
              <a:defRPr sz="1200"/>
            </a:lvl2pPr>
            <a:lvl3pPr>
              <a:defRPr sz="1200"/>
            </a:lvl3pPr>
            <a:lvl4pPr>
              <a:defRPr sz="1200"/>
            </a:lvl4pPr>
            <a:lvl5pPr>
              <a:defRPr sz="1200"/>
            </a:lvl5pPr>
            <a:lvl6pPr>
              <a:defRPr sz="1600"/>
            </a:lvl6pPr>
            <a:lvl7pPr>
              <a:defRPr sz="1600"/>
            </a:lvl7pPr>
            <a:lvl8pPr>
              <a:defRPr sz="1600"/>
            </a:lvl8pPr>
          </a:lstStyle>
          <a:p>
            <a:pPr lvl="0"/>
            <a:r>
              <a:rPr lang="da-DK" noProof="0" dirty="0"/>
              <a:t>Click to add text                                                 Press ENTER then TAB to view next text style     Press SHIFT+TAB to view previous text style</a:t>
            </a:r>
          </a:p>
          <a:p>
            <a:pPr lvl="1"/>
            <a:r>
              <a:rPr lang="da-DK" noProof="0" dirty="0"/>
              <a:t>Level 2</a:t>
            </a:r>
          </a:p>
          <a:p>
            <a:pPr lvl="2"/>
            <a:r>
              <a:rPr lang="da-DK" noProof="0" dirty="0"/>
              <a:t>Level 3</a:t>
            </a:r>
          </a:p>
          <a:p>
            <a:pPr lvl="3"/>
            <a:r>
              <a:rPr lang="da-DK" noProof="0" dirty="0"/>
              <a:t>Level 4</a:t>
            </a:r>
          </a:p>
          <a:p>
            <a:pPr lvl="4"/>
            <a:r>
              <a:rPr lang="da-DK" noProof="0" dirty="0"/>
              <a:t>Level 5</a:t>
            </a:r>
          </a:p>
          <a:p>
            <a:pPr lvl="5"/>
            <a:r>
              <a:rPr lang="da-DK" noProof="0" dirty="0"/>
              <a:t>Level 6</a:t>
            </a:r>
          </a:p>
          <a:p>
            <a:pPr lvl="6"/>
            <a:r>
              <a:rPr lang="da-DK" noProof="0" dirty="0"/>
              <a:t>Level 7</a:t>
            </a:r>
          </a:p>
          <a:p>
            <a:pPr lvl="7"/>
            <a:r>
              <a:rPr lang="da-DK" noProof="0" dirty="0"/>
              <a:t>Level 8</a:t>
            </a:r>
          </a:p>
          <a:p>
            <a:pPr lvl="8"/>
            <a:r>
              <a:rPr lang="da-DK" noProof="0" dirty="0"/>
              <a:t>Level 9</a:t>
            </a:r>
          </a:p>
          <a:p>
            <a:pPr lvl="0"/>
            <a:endParaRPr lang="da-DK" noProof="0" dirty="0"/>
          </a:p>
        </p:txBody>
      </p:sp>
      <p:sp>
        <p:nvSpPr>
          <p:cNvPr id="12" name="Content Placeholder 2">
            <a:extLst>
              <a:ext uri="{FF2B5EF4-FFF2-40B4-BE49-F238E27FC236}">
                <a16:creationId xmlns:a16="http://schemas.microsoft.com/office/drawing/2014/main" id="{881AAC99-87AC-A1A8-8C28-ECBE3A0608F1}"/>
              </a:ext>
            </a:extLst>
          </p:cNvPr>
          <p:cNvSpPr>
            <a:spLocks noGrp="1"/>
          </p:cNvSpPr>
          <p:nvPr>
            <p:ph idx="14" hasCustomPrompt="1"/>
          </p:nvPr>
        </p:nvSpPr>
        <p:spPr>
          <a:xfrm>
            <a:off x="8112224" y="1987550"/>
            <a:ext cx="3682901" cy="4181475"/>
          </a:xfrm>
        </p:spPr>
        <p:txBody>
          <a:bodyPr/>
          <a:lstStyle>
            <a:lvl1pPr>
              <a:defRPr sz="1200"/>
            </a:lvl1pPr>
            <a:lvl2pPr>
              <a:defRPr sz="1200"/>
            </a:lvl2pPr>
            <a:lvl3pPr>
              <a:defRPr sz="1200"/>
            </a:lvl3pPr>
            <a:lvl4pPr>
              <a:defRPr sz="1200"/>
            </a:lvl4pPr>
            <a:lvl5pPr>
              <a:defRPr sz="1200"/>
            </a:lvl5pPr>
            <a:lvl6pPr>
              <a:defRPr sz="1600"/>
            </a:lvl6pPr>
            <a:lvl7pPr>
              <a:defRPr sz="1600"/>
            </a:lvl7pPr>
            <a:lvl8pPr>
              <a:defRPr sz="1600"/>
            </a:lvl8pPr>
          </a:lstStyle>
          <a:p>
            <a:pPr lvl="0"/>
            <a:r>
              <a:rPr lang="da-DK" noProof="0" dirty="0"/>
              <a:t>Click to add text                                                 Press ENTER then TAB to view next text style     Press SHIFT+TAB to view previous text style</a:t>
            </a:r>
          </a:p>
          <a:p>
            <a:pPr lvl="1"/>
            <a:r>
              <a:rPr lang="da-DK" noProof="0" dirty="0"/>
              <a:t>Level 2</a:t>
            </a:r>
          </a:p>
          <a:p>
            <a:pPr lvl="2"/>
            <a:r>
              <a:rPr lang="da-DK" noProof="0" dirty="0"/>
              <a:t>Level 3</a:t>
            </a:r>
          </a:p>
          <a:p>
            <a:pPr lvl="3"/>
            <a:r>
              <a:rPr lang="da-DK" noProof="0" dirty="0"/>
              <a:t>Level 4</a:t>
            </a:r>
          </a:p>
          <a:p>
            <a:pPr lvl="4"/>
            <a:r>
              <a:rPr lang="da-DK" noProof="0" dirty="0"/>
              <a:t>Level 5</a:t>
            </a:r>
          </a:p>
          <a:p>
            <a:pPr lvl="5"/>
            <a:r>
              <a:rPr lang="da-DK" noProof="0" dirty="0"/>
              <a:t>Level 6</a:t>
            </a:r>
          </a:p>
          <a:p>
            <a:pPr lvl="6"/>
            <a:r>
              <a:rPr lang="da-DK" noProof="0" dirty="0"/>
              <a:t>Level 7</a:t>
            </a:r>
          </a:p>
          <a:p>
            <a:pPr lvl="7"/>
            <a:r>
              <a:rPr lang="da-DK" noProof="0" dirty="0"/>
              <a:t>Level 8</a:t>
            </a:r>
          </a:p>
          <a:p>
            <a:pPr lvl="8"/>
            <a:r>
              <a:rPr lang="da-DK" noProof="0" dirty="0"/>
              <a:t>Level 9</a:t>
            </a:r>
          </a:p>
          <a:p>
            <a:pPr lvl="0"/>
            <a:endParaRPr lang="da-DK" noProof="0" dirty="0"/>
          </a:p>
        </p:txBody>
      </p:sp>
      <p:sp>
        <p:nvSpPr>
          <p:cNvPr id="13" name="Title 1">
            <a:extLst>
              <a:ext uri="{FF2B5EF4-FFF2-40B4-BE49-F238E27FC236}">
                <a16:creationId xmlns:a16="http://schemas.microsoft.com/office/drawing/2014/main" id="{5942D0A6-5F20-4F43-48BC-478E86D80466}"/>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3 indhold</a:t>
            </a:r>
          </a:p>
        </p:txBody>
      </p:sp>
    </p:spTree>
    <p:extLst>
      <p:ext uri="{BB962C8B-B14F-4D97-AF65-F5344CB8AC3E}">
        <p14:creationId xmlns:p14="http://schemas.microsoft.com/office/powerpoint/2010/main" val="388066871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oto + 1 indhold">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C3740E63-FE5A-40EF-8F52-2CDC77D09BCF}"/>
              </a:ext>
            </a:extLst>
          </p:cNvPr>
          <p:cNvSpPr>
            <a:spLocks noGrp="1"/>
          </p:cNvSpPr>
          <p:nvPr>
            <p:ph type="pic" sz="quarter" idx="14" hasCustomPrompt="1"/>
          </p:nvPr>
        </p:nvSpPr>
        <p:spPr>
          <a:xfrm>
            <a:off x="0" y="0"/>
            <a:ext cx="5424488" cy="6858000"/>
          </a:xfrm>
          <a:solidFill>
            <a:schemeClr val="bg1">
              <a:lumMod val="85000"/>
            </a:schemeClr>
          </a:solidFill>
        </p:spPr>
        <p:txBody>
          <a:bodyPr tIns="648000" anchor="ctr" anchorCtr="0"/>
          <a:lstStyle>
            <a:lvl1pPr marL="0" indent="0" algn="ctr">
              <a:buNone/>
              <a:defRPr sz="1600"/>
            </a:lvl1pPr>
          </a:lstStyle>
          <a:p>
            <a:r>
              <a:rPr lang="da-DK" dirty="0"/>
              <a:t>Klik for at tilføje billede</a:t>
            </a:r>
          </a:p>
        </p:txBody>
      </p:sp>
      <p:sp>
        <p:nvSpPr>
          <p:cNvPr id="2" name="Title 1">
            <a:extLst>
              <a:ext uri="{FF2B5EF4-FFF2-40B4-BE49-F238E27FC236}">
                <a16:creationId xmlns:a16="http://schemas.microsoft.com/office/drawing/2014/main" id="{1CEE748F-03E8-47BE-9817-391815934394}"/>
              </a:ext>
            </a:extLst>
          </p:cNvPr>
          <p:cNvSpPr>
            <a:spLocks noGrp="1"/>
          </p:cNvSpPr>
          <p:nvPr>
            <p:ph type="title" hasCustomPrompt="1"/>
          </p:nvPr>
        </p:nvSpPr>
        <p:spPr>
          <a:xfrm>
            <a:off x="6176963" y="395288"/>
            <a:ext cx="5618162" cy="663600"/>
          </a:xfrm>
        </p:spPr>
        <p:txBody>
          <a:bodyPr/>
          <a:lstStyle/>
          <a:p>
            <a:r>
              <a:rPr lang="da-DK" dirty="0"/>
              <a:t>Overskrift</a:t>
            </a:r>
          </a:p>
        </p:txBody>
      </p:sp>
      <p:sp>
        <p:nvSpPr>
          <p:cNvPr id="8" name="Date Placeholder 7">
            <a:extLst>
              <a:ext uri="{FF2B5EF4-FFF2-40B4-BE49-F238E27FC236}">
                <a16:creationId xmlns:a16="http://schemas.microsoft.com/office/drawing/2014/main" id="{2A72FAD3-8E6B-1BAD-169F-7CFA0CB6DDD7}"/>
              </a:ext>
            </a:extLst>
          </p:cNvPr>
          <p:cNvSpPr>
            <a:spLocks noGrp="1"/>
          </p:cNvSpPr>
          <p:nvPr>
            <p:ph type="dt" sz="half" idx="15"/>
          </p:nvPr>
        </p:nvSpPr>
        <p:spPr/>
        <p:txBody>
          <a:bodyPr/>
          <a:lstStyle/>
          <a:p>
            <a:fld id="{727BBD34-DD59-49E1-9776-D67684F06344}" type="datetime4">
              <a:rPr lang="da-DK" smtClean="0"/>
              <a:pPr/>
              <a:t>26-09-23</a:t>
            </a:fld>
            <a:endParaRPr lang="da-DK" dirty="0"/>
          </a:p>
        </p:txBody>
      </p:sp>
      <p:sp>
        <p:nvSpPr>
          <p:cNvPr id="9" name="Footer Placeholder 8">
            <a:extLst>
              <a:ext uri="{FF2B5EF4-FFF2-40B4-BE49-F238E27FC236}">
                <a16:creationId xmlns:a16="http://schemas.microsoft.com/office/drawing/2014/main" id="{27CD98A2-EED4-8B7C-BD86-E1C052CDFD7F}"/>
              </a:ext>
            </a:extLst>
          </p:cNvPr>
          <p:cNvSpPr>
            <a:spLocks noGrp="1"/>
          </p:cNvSpPr>
          <p:nvPr>
            <p:ph type="ftr" sz="quarter" idx="16"/>
          </p:nvPr>
        </p:nvSpPr>
        <p:spPr/>
        <p:txBody>
          <a:bodyPr/>
          <a:lstStyle/>
          <a:p>
            <a:endParaRPr lang="da-DK" dirty="0"/>
          </a:p>
        </p:txBody>
      </p:sp>
      <p:sp>
        <p:nvSpPr>
          <p:cNvPr id="10" name="Slide Number Placeholder 9">
            <a:extLst>
              <a:ext uri="{FF2B5EF4-FFF2-40B4-BE49-F238E27FC236}">
                <a16:creationId xmlns:a16="http://schemas.microsoft.com/office/drawing/2014/main" id="{8040FA6F-B337-F307-0915-EB8BCA4C705B}"/>
              </a:ext>
            </a:extLst>
          </p:cNvPr>
          <p:cNvSpPr>
            <a:spLocks noGrp="1"/>
          </p:cNvSpPr>
          <p:nvPr>
            <p:ph type="sldNum" sz="quarter" idx="17"/>
          </p:nvPr>
        </p:nvSpPr>
        <p:spPr/>
        <p:txBody>
          <a:bodyPr/>
          <a:lstStyle/>
          <a:p>
            <a:fld id="{23AA811B-2EBD-4900-905E-5BE206449611}" type="slidenum">
              <a:rPr lang="da-DK" smtClean="0"/>
              <a:pPr/>
              <a:t>‹#›</a:t>
            </a:fld>
            <a:endParaRPr lang="da-DK" dirty="0"/>
          </a:p>
        </p:txBody>
      </p:sp>
      <p:sp>
        <p:nvSpPr>
          <p:cNvPr id="4" name="Content Placeholder 2">
            <a:extLst>
              <a:ext uri="{FF2B5EF4-FFF2-40B4-BE49-F238E27FC236}">
                <a16:creationId xmlns:a16="http://schemas.microsoft.com/office/drawing/2014/main" id="{0908E2DE-A029-5BB5-1FA4-B82BB8214F0D}"/>
              </a:ext>
            </a:extLst>
          </p:cNvPr>
          <p:cNvSpPr>
            <a:spLocks noGrp="1"/>
          </p:cNvSpPr>
          <p:nvPr>
            <p:ph idx="18" hasCustomPrompt="1"/>
          </p:nvPr>
        </p:nvSpPr>
        <p:spPr>
          <a:xfrm>
            <a:off x="6176962" y="1986246"/>
            <a:ext cx="5618163" cy="4182779"/>
          </a:xfrm>
        </p:spPr>
        <p:txBody>
          <a:bodyPr vert="horz" lIns="0" tIns="0" rIns="0" bIns="0" rtlCol="0">
            <a:noAutofit/>
          </a:bodyPr>
          <a:lstStyle>
            <a:lvl1pPr>
              <a:defRPr lang="en-GB" noProof="0" dirty="0"/>
            </a:lvl1pPr>
            <a:lvl2pPr>
              <a:defRPr lang="en-GB" noProof="0" dirty="0"/>
            </a:lvl2pPr>
            <a:lvl3pPr>
              <a:defRPr lang="en-GB" noProof="0" dirty="0"/>
            </a:lvl3pPr>
            <a:lvl4pPr>
              <a:defRPr lang="en-GB" noProof="0" dirty="0"/>
            </a:lvl4pPr>
            <a:lvl5pPr>
              <a:defRPr lang="en-GB" noProof="0" dirty="0"/>
            </a:lvl5pPr>
            <a:lvl6pPr>
              <a:defRPr lang="en-GB" noProof="0" dirty="0"/>
            </a:lvl6pPr>
            <a:lvl7pPr>
              <a:defRPr lang="en-GB" noProof="0" dirty="0"/>
            </a:lvl7pPr>
            <a:lvl8pPr>
              <a:defRPr lang="en-GB" noProof="0" dirty="0"/>
            </a:lvl8pPr>
            <a:lvl9pPr>
              <a:defRPr lang="en-GB" noProof="0" dirty="0"/>
            </a:lvl9pPr>
          </a:lstStyle>
          <a:p>
            <a:pPr lvl="0"/>
            <a:r>
              <a:rPr lang="da-DK" noProof="0" dirty="0"/>
              <a:t>Click to add text                                                                                      Press ENTER then TAB to view next text style                                                                Press SHIFT+TAB to view previous text style</a:t>
            </a:r>
          </a:p>
          <a:p>
            <a:pPr lvl="1"/>
            <a:r>
              <a:rPr lang="da-DK" noProof="0" dirty="0"/>
              <a:t>Second level</a:t>
            </a:r>
          </a:p>
          <a:p>
            <a:pPr lvl="2"/>
            <a:r>
              <a:rPr lang="da-DK" noProof="0" dirty="0"/>
              <a:t>Third level</a:t>
            </a:r>
          </a:p>
          <a:p>
            <a:pPr lvl="3"/>
            <a:r>
              <a:rPr lang="da-DK" noProof="0" dirty="0"/>
              <a:t>Fourth level</a:t>
            </a:r>
          </a:p>
          <a:p>
            <a:pPr lvl="4"/>
            <a:r>
              <a:rPr lang="da-DK" noProof="0" dirty="0"/>
              <a:t>Fifth level</a:t>
            </a:r>
          </a:p>
          <a:p>
            <a:pPr lvl="5"/>
            <a:r>
              <a:rPr lang="da-DK" noProof="0" dirty="0"/>
              <a:t>Sixth level</a:t>
            </a:r>
          </a:p>
          <a:p>
            <a:pPr lvl="6"/>
            <a:r>
              <a:rPr lang="da-DK" noProof="0" dirty="0"/>
              <a:t>Seventh level</a:t>
            </a:r>
          </a:p>
          <a:p>
            <a:pPr lvl="7"/>
            <a:r>
              <a:rPr lang="da-DK" noProof="0" dirty="0"/>
              <a:t>Eighth level</a:t>
            </a:r>
          </a:p>
          <a:p>
            <a:pPr lvl="8"/>
            <a:r>
              <a:rPr lang="da-DK" noProof="0" dirty="0"/>
              <a:t>Ninth level</a:t>
            </a:r>
          </a:p>
        </p:txBody>
      </p:sp>
      <p:sp>
        <p:nvSpPr>
          <p:cNvPr id="5" name="Title 1">
            <a:extLst>
              <a:ext uri="{FF2B5EF4-FFF2-40B4-BE49-F238E27FC236}">
                <a16:creationId xmlns:a16="http://schemas.microsoft.com/office/drawing/2014/main" id="{446B4BB3-A163-E970-25BB-A322034649A7}"/>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Foto + 1 indhold</a:t>
            </a:r>
          </a:p>
        </p:txBody>
      </p:sp>
    </p:spTree>
    <p:extLst>
      <p:ext uri="{BB962C8B-B14F-4D97-AF65-F5344CB8AC3E}">
        <p14:creationId xmlns:p14="http://schemas.microsoft.com/office/powerpoint/2010/main" val="2695808593"/>
      </p:ext>
    </p:extLst>
  </p:cSld>
  <p:clrMapOvr>
    <a:masterClrMapping/>
  </p:clrMapOvr>
  <p:extLst>
    <p:ext uri="{DCECCB84-F9BA-43D5-87BE-67443E8EF086}">
      <p15:sldGuideLst xmlns:p15="http://schemas.microsoft.com/office/powerpoint/2012/main">
        <p15:guide id="1" pos="341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hold + billede">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C3740E63-FE5A-40EF-8F52-2CDC77D09BCF}"/>
              </a:ext>
            </a:extLst>
          </p:cNvPr>
          <p:cNvSpPr>
            <a:spLocks noGrp="1"/>
          </p:cNvSpPr>
          <p:nvPr>
            <p:ph type="pic" sz="quarter" idx="14" hasCustomPrompt="1"/>
          </p:nvPr>
        </p:nvSpPr>
        <p:spPr>
          <a:xfrm>
            <a:off x="6176964" y="395288"/>
            <a:ext cx="5618162" cy="5773737"/>
          </a:xfrm>
          <a:solidFill>
            <a:schemeClr val="bg1">
              <a:lumMod val="85000"/>
            </a:schemeClr>
          </a:solidFill>
        </p:spPr>
        <p:txBody>
          <a:bodyPr tIns="648000" anchor="ctr" anchorCtr="0"/>
          <a:lstStyle>
            <a:lvl1pPr marL="0" indent="0" algn="ctr">
              <a:buNone/>
              <a:defRPr sz="1600"/>
            </a:lvl1pPr>
          </a:lstStyle>
          <a:p>
            <a:r>
              <a:rPr lang="da-DK" dirty="0"/>
              <a:t>Klik for at tilføje billede</a:t>
            </a:r>
          </a:p>
        </p:txBody>
      </p:sp>
      <p:sp>
        <p:nvSpPr>
          <p:cNvPr id="2" name="Title 1">
            <a:extLst>
              <a:ext uri="{FF2B5EF4-FFF2-40B4-BE49-F238E27FC236}">
                <a16:creationId xmlns:a16="http://schemas.microsoft.com/office/drawing/2014/main" id="{1CEE748F-03E8-47BE-9817-391815934394}"/>
              </a:ext>
            </a:extLst>
          </p:cNvPr>
          <p:cNvSpPr>
            <a:spLocks noGrp="1"/>
          </p:cNvSpPr>
          <p:nvPr>
            <p:ph type="title" hasCustomPrompt="1"/>
          </p:nvPr>
        </p:nvSpPr>
        <p:spPr>
          <a:xfrm>
            <a:off x="396874" y="395288"/>
            <a:ext cx="4654551" cy="663600"/>
          </a:xfrm>
        </p:spPr>
        <p:txBody>
          <a:bodyPr/>
          <a:lstStyle/>
          <a:p>
            <a:r>
              <a:rPr lang="da-DK" dirty="0"/>
              <a:t>Overskrift</a:t>
            </a:r>
          </a:p>
        </p:txBody>
      </p:sp>
      <p:sp>
        <p:nvSpPr>
          <p:cNvPr id="3" name="Content Placeholder 2"/>
          <p:cNvSpPr>
            <a:spLocks noGrp="1"/>
          </p:cNvSpPr>
          <p:nvPr>
            <p:ph idx="1" hasCustomPrompt="1"/>
          </p:nvPr>
        </p:nvSpPr>
        <p:spPr>
          <a:xfrm>
            <a:off x="396873" y="1987550"/>
            <a:ext cx="4654551" cy="4181475"/>
          </a:xfrm>
        </p:spPr>
        <p:txBody>
          <a:bodyPr vert="horz" lIns="0" tIns="0" rIns="0" bIns="0" rtlCol="0">
            <a:noAutofit/>
          </a:bodyPr>
          <a:lstStyle>
            <a:lvl1pPr>
              <a:defRPr lang="en-GB" noProof="0" dirty="0"/>
            </a:lvl1pPr>
            <a:lvl2pPr>
              <a:defRPr lang="en-GB" noProof="0" dirty="0"/>
            </a:lvl2pPr>
            <a:lvl3pPr>
              <a:defRPr lang="en-GB" noProof="0" dirty="0"/>
            </a:lvl3pPr>
            <a:lvl4pPr>
              <a:defRPr lang="en-GB" noProof="0" dirty="0"/>
            </a:lvl4pPr>
            <a:lvl5pPr>
              <a:defRPr lang="en-GB" noProof="0" dirty="0"/>
            </a:lvl5pPr>
            <a:lvl6pPr>
              <a:defRPr lang="en-GB" noProof="0" dirty="0"/>
            </a:lvl6pPr>
            <a:lvl7pPr>
              <a:defRPr lang="en-GB" noProof="0" dirty="0"/>
            </a:lvl7pPr>
            <a:lvl8pPr>
              <a:defRPr lang="en-GB" noProof="0" dirty="0"/>
            </a:lvl8pPr>
            <a:lvl9pPr>
              <a:defRPr lang="en-GB" noProof="0" dirty="0"/>
            </a:lvl9pPr>
          </a:lstStyle>
          <a:p>
            <a:pPr lvl="0"/>
            <a:r>
              <a:rPr lang="da-DK" noProof="0" dirty="0"/>
              <a:t>Click to add text                                                                                      Press ENTER then TAB to view next text style                                                                Press SHIFT+TAB to view previous text style</a:t>
            </a:r>
          </a:p>
          <a:p>
            <a:pPr lvl="1"/>
            <a:r>
              <a:rPr lang="da-DK" noProof="0" dirty="0"/>
              <a:t>Second level</a:t>
            </a:r>
          </a:p>
          <a:p>
            <a:pPr lvl="2"/>
            <a:r>
              <a:rPr lang="da-DK" noProof="0" dirty="0"/>
              <a:t>Third level</a:t>
            </a:r>
          </a:p>
          <a:p>
            <a:pPr lvl="3"/>
            <a:r>
              <a:rPr lang="da-DK" noProof="0" dirty="0"/>
              <a:t>Fourth level</a:t>
            </a:r>
          </a:p>
          <a:p>
            <a:pPr lvl="4"/>
            <a:r>
              <a:rPr lang="da-DK" noProof="0" dirty="0"/>
              <a:t>Fifth level</a:t>
            </a:r>
          </a:p>
          <a:p>
            <a:pPr lvl="5"/>
            <a:r>
              <a:rPr lang="da-DK" noProof="0" dirty="0"/>
              <a:t>Sixth level</a:t>
            </a:r>
          </a:p>
          <a:p>
            <a:pPr lvl="6"/>
            <a:r>
              <a:rPr lang="da-DK" noProof="0" dirty="0"/>
              <a:t>Seventh level</a:t>
            </a:r>
          </a:p>
          <a:p>
            <a:pPr lvl="7"/>
            <a:r>
              <a:rPr lang="da-DK" noProof="0" dirty="0"/>
              <a:t>Eighth level</a:t>
            </a:r>
          </a:p>
          <a:p>
            <a:pPr lvl="8"/>
            <a:r>
              <a:rPr lang="da-DK" noProof="0" dirty="0"/>
              <a:t>Ninth level</a:t>
            </a:r>
          </a:p>
        </p:txBody>
      </p:sp>
      <p:sp>
        <p:nvSpPr>
          <p:cNvPr id="8" name="Date Placeholder 7">
            <a:extLst>
              <a:ext uri="{FF2B5EF4-FFF2-40B4-BE49-F238E27FC236}">
                <a16:creationId xmlns:a16="http://schemas.microsoft.com/office/drawing/2014/main" id="{2A72FAD3-8E6B-1BAD-169F-7CFA0CB6DDD7}"/>
              </a:ext>
            </a:extLst>
          </p:cNvPr>
          <p:cNvSpPr>
            <a:spLocks noGrp="1"/>
          </p:cNvSpPr>
          <p:nvPr>
            <p:ph type="dt" sz="half" idx="15"/>
          </p:nvPr>
        </p:nvSpPr>
        <p:spPr/>
        <p:txBody>
          <a:bodyPr/>
          <a:lstStyle/>
          <a:p>
            <a:fld id="{727BBD34-DD59-49E1-9776-D67684F06344}" type="datetime4">
              <a:rPr lang="da-DK" smtClean="0"/>
              <a:pPr/>
              <a:t>26-09-23</a:t>
            </a:fld>
            <a:endParaRPr lang="da-DK" dirty="0"/>
          </a:p>
        </p:txBody>
      </p:sp>
      <p:sp>
        <p:nvSpPr>
          <p:cNvPr id="9" name="Footer Placeholder 8">
            <a:extLst>
              <a:ext uri="{FF2B5EF4-FFF2-40B4-BE49-F238E27FC236}">
                <a16:creationId xmlns:a16="http://schemas.microsoft.com/office/drawing/2014/main" id="{27CD98A2-EED4-8B7C-BD86-E1C052CDFD7F}"/>
              </a:ext>
            </a:extLst>
          </p:cNvPr>
          <p:cNvSpPr>
            <a:spLocks noGrp="1"/>
          </p:cNvSpPr>
          <p:nvPr>
            <p:ph type="ftr" sz="quarter" idx="16"/>
          </p:nvPr>
        </p:nvSpPr>
        <p:spPr/>
        <p:txBody>
          <a:bodyPr/>
          <a:lstStyle/>
          <a:p>
            <a:endParaRPr lang="da-DK" dirty="0"/>
          </a:p>
        </p:txBody>
      </p:sp>
      <p:sp>
        <p:nvSpPr>
          <p:cNvPr id="10" name="Slide Number Placeholder 9">
            <a:extLst>
              <a:ext uri="{FF2B5EF4-FFF2-40B4-BE49-F238E27FC236}">
                <a16:creationId xmlns:a16="http://schemas.microsoft.com/office/drawing/2014/main" id="{8040FA6F-B337-F307-0915-EB8BCA4C705B}"/>
              </a:ext>
            </a:extLst>
          </p:cNvPr>
          <p:cNvSpPr>
            <a:spLocks noGrp="1"/>
          </p:cNvSpPr>
          <p:nvPr>
            <p:ph type="sldNum" sz="quarter" idx="17"/>
          </p:nvPr>
        </p:nvSpPr>
        <p:spPr/>
        <p:txBody>
          <a:bodyPr/>
          <a:lstStyle/>
          <a:p>
            <a:fld id="{23AA811B-2EBD-4900-905E-5BE206449611}" type="slidenum">
              <a:rPr lang="da-DK" smtClean="0"/>
              <a:pPr/>
              <a:t>‹#›</a:t>
            </a:fld>
            <a:endParaRPr lang="da-DK" dirty="0"/>
          </a:p>
        </p:txBody>
      </p:sp>
      <p:sp>
        <p:nvSpPr>
          <p:cNvPr id="4" name="Title 1">
            <a:extLst>
              <a:ext uri="{FF2B5EF4-FFF2-40B4-BE49-F238E27FC236}">
                <a16:creationId xmlns:a16="http://schemas.microsoft.com/office/drawing/2014/main" id="{0142FAB7-A5A7-623F-72C1-C926892C8696}"/>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Indhold + foto</a:t>
            </a:r>
          </a:p>
        </p:txBody>
      </p:sp>
    </p:spTree>
    <p:extLst>
      <p:ext uri="{BB962C8B-B14F-4D97-AF65-F5344CB8AC3E}">
        <p14:creationId xmlns:p14="http://schemas.microsoft.com/office/powerpoint/2010/main" val="361984988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dhold + foto">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C3740E63-FE5A-40EF-8F52-2CDC77D09BCF}"/>
              </a:ext>
            </a:extLst>
          </p:cNvPr>
          <p:cNvSpPr>
            <a:spLocks noGrp="1"/>
          </p:cNvSpPr>
          <p:nvPr>
            <p:ph type="pic" sz="quarter" idx="14" hasCustomPrompt="1"/>
          </p:nvPr>
        </p:nvSpPr>
        <p:spPr>
          <a:xfrm>
            <a:off x="7140575" y="0"/>
            <a:ext cx="5051425" cy="6858000"/>
          </a:xfrm>
          <a:solidFill>
            <a:schemeClr val="bg1">
              <a:lumMod val="85000"/>
            </a:schemeClr>
          </a:solidFill>
        </p:spPr>
        <p:txBody>
          <a:bodyPr tIns="648000" anchor="ctr" anchorCtr="0"/>
          <a:lstStyle>
            <a:lvl1pPr marL="0" indent="0" algn="ctr">
              <a:buNone/>
              <a:defRPr sz="1600"/>
            </a:lvl1pPr>
          </a:lstStyle>
          <a:p>
            <a:r>
              <a:rPr lang="da-DK" dirty="0"/>
              <a:t>Klik for at tilføje billede</a:t>
            </a:r>
          </a:p>
        </p:txBody>
      </p:sp>
      <p:sp>
        <p:nvSpPr>
          <p:cNvPr id="2" name="Title 1">
            <a:extLst>
              <a:ext uri="{FF2B5EF4-FFF2-40B4-BE49-F238E27FC236}">
                <a16:creationId xmlns:a16="http://schemas.microsoft.com/office/drawing/2014/main" id="{1CEE748F-03E8-47BE-9817-391815934394}"/>
              </a:ext>
            </a:extLst>
          </p:cNvPr>
          <p:cNvSpPr>
            <a:spLocks noGrp="1"/>
          </p:cNvSpPr>
          <p:nvPr>
            <p:ph type="title" hasCustomPrompt="1"/>
          </p:nvPr>
        </p:nvSpPr>
        <p:spPr>
          <a:xfrm>
            <a:off x="395289" y="395288"/>
            <a:ext cx="5618162" cy="663600"/>
          </a:xfrm>
        </p:spPr>
        <p:txBody>
          <a:bodyPr/>
          <a:lstStyle/>
          <a:p>
            <a:r>
              <a:rPr lang="da-DK" dirty="0"/>
              <a:t>Overskrift</a:t>
            </a:r>
          </a:p>
        </p:txBody>
      </p:sp>
      <p:sp>
        <p:nvSpPr>
          <p:cNvPr id="3" name="Content Placeholder 2"/>
          <p:cNvSpPr>
            <a:spLocks noGrp="1"/>
          </p:cNvSpPr>
          <p:nvPr>
            <p:ph idx="1" hasCustomPrompt="1"/>
          </p:nvPr>
        </p:nvSpPr>
        <p:spPr>
          <a:xfrm>
            <a:off x="396875" y="1991120"/>
            <a:ext cx="2727326" cy="4176825"/>
          </a:xfrm>
        </p:spPr>
        <p:txBody>
          <a:bodyPr vert="horz" lIns="0" tIns="0" rIns="0" bIns="0" rtlCol="0">
            <a:noAutofit/>
          </a:bodyPr>
          <a:lstStyle>
            <a:lvl1pPr>
              <a:defRPr lang="en-GB" sz="1200" noProof="0" dirty="0"/>
            </a:lvl1pPr>
            <a:lvl2pPr>
              <a:defRPr lang="en-GB" sz="1200" noProof="0" dirty="0"/>
            </a:lvl2pPr>
            <a:lvl3pPr>
              <a:defRPr lang="en-GB" sz="1200" noProof="0" dirty="0"/>
            </a:lvl3pPr>
            <a:lvl4pPr>
              <a:defRPr lang="en-GB" sz="1200" noProof="0" dirty="0"/>
            </a:lvl4pPr>
            <a:lvl5pPr>
              <a:defRPr lang="en-GB" sz="1200" noProof="0" dirty="0"/>
            </a:lvl5pPr>
            <a:lvl6pPr>
              <a:defRPr lang="en-GB" sz="1600" noProof="0" dirty="0"/>
            </a:lvl6pPr>
            <a:lvl7pPr>
              <a:defRPr lang="en-GB" sz="1600" noProof="0" dirty="0"/>
            </a:lvl7pPr>
            <a:lvl8pPr>
              <a:defRPr lang="en-GB" sz="1600" noProof="0" dirty="0"/>
            </a:lvl8pPr>
            <a:lvl9pPr>
              <a:defRPr lang="en-GB" noProof="0" dirty="0"/>
            </a:lvl9pPr>
          </a:lstStyle>
          <a:p>
            <a:pPr lvl="0"/>
            <a:r>
              <a:rPr lang="da-DK" noProof="0" dirty="0"/>
              <a:t>Click to </a:t>
            </a:r>
            <a:r>
              <a:rPr lang="da-DK" noProof="0" dirty="0" err="1"/>
              <a:t>add</a:t>
            </a:r>
            <a:r>
              <a:rPr lang="da-DK" noProof="0" dirty="0"/>
              <a:t> </a:t>
            </a:r>
            <a:r>
              <a:rPr lang="da-DK" noProof="0" dirty="0" err="1"/>
              <a:t>text</a:t>
            </a:r>
            <a:r>
              <a:rPr lang="da-DK" noProof="0" dirty="0"/>
              <a:t>                                Press ENTER </a:t>
            </a:r>
            <a:r>
              <a:rPr lang="da-DK" noProof="0" dirty="0" err="1"/>
              <a:t>then</a:t>
            </a:r>
            <a:r>
              <a:rPr lang="da-DK" noProof="0" dirty="0"/>
              <a:t> TAB to view </a:t>
            </a:r>
            <a:r>
              <a:rPr lang="da-DK" noProof="0" dirty="0" err="1"/>
              <a:t>next</a:t>
            </a:r>
            <a:r>
              <a:rPr lang="da-DK" noProof="0" dirty="0"/>
              <a:t> </a:t>
            </a:r>
            <a:r>
              <a:rPr lang="da-DK" noProof="0" dirty="0" err="1"/>
              <a:t>text</a:t>
            </a:r>
            <a:r>
              <a:rPr lang="da-DK" noProof="0" dirty="0"/>
              <a:t> style    Press SHIFT+TAB to view </a:t>
            </a:r>
            <a:r>
              <a:rPr lang="da-DK" noProof="0" dirty="0" err="1"/>
              <a:t>previous</a:t>
            </a:r>
            <a:r>
              <a:rPr lang="da-DK" noProof="0" dirty="0"/>
              <a:t> </a:t>
            </a:r>
            <a:r>
              <a:rPr lang="da-DK" noProof="0" dirty="0" err="1"/>
              <a:t>text</a:t>
            </a:r>
            <a:r>
              <a:rPr lang="da-DK" noProof="0" dirty="0"/>
              <a:t> style</a:t>
            </a:r>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a:p>
            <a:pPr lvl="5"/>
            <a:r>
              <a:rPr lang="da-DK" noProof="0" dirty="0" err="1"/>
              <a:t>Sixth</a:t>
            </a:r>
            <a:r>
              <a:rPr lang="da-DK" noProof="0" dirty="0"/>
              <a:t> </a:t>
            </a:r>
            <a:r>
              <a:rPr lang="da-DK" noProof="0" dirty="0" err="1"/>
              <a:t>level</a:t>
            </a:r>
            <a:endParaRPr lang="da-DK" noProof="0" dirty="0"/>
          </a:p>
          <a:p>
            <a:pPr lvl="6"/>
            <a:r>
              <a:rPr lang="da-DK" noProof="0" dirty="0" err="1"/>
              <a:t>Seventh</a:t>
            </a:r>
            <a:r>
              <a:rPr lang="da-DK" noProof="0" dirty="0"/>
              <a:t> </a:t>
            </a:r>
            <a:r>
              <a:rPr lang="da-DK" noProof="0" dirty="0" err="1"/>
              <a:t>level</a:t>
            </a:r>
            <a:endParaRPr lang="da-DK" noProof="0" dirty="0"/>
          </a:p>
          <a:p>
            <a:pPr lvl="7"/>
            <a:r>
              <a:rPr lang="da-DK" noProof="0" dirty="0" err="1"/>
              <a:t>Eighth</a:t>
            </a:r>
            <a:r>
              <a:rPr lang="da-DK" noProof="0" dirty="0"/>
              <a:t> </a:t>
            </a:r>
            <a:r>
              <a:rPr lang="da-DK" noProof="0" dirty="0" err="1"/>
              <a:t>level</a:t>
            </a:r>
            <a:endParaRPr lang="da-DK" noProof="0" dirty="0"/>
          </a:p>
          <a:p>
            <a:pPr lvl="8"/>
            <a:r>
              <a:rPr lang="da-DK" noProof="0" dirty="0"/>
              <a:t>Ninth </a:t>
            </a:r>
            <a:r>
              <a:rPr lang="da-DK" noProof="0" dirty="0" err="1"/>
              <a:t>level</a:t>
            </a:r>
            <a:endParaRPr lang="da-DK" noProof="0" dirty="0"/>
          </a:p>
        </p:txBody>
      </p:sp>
      <p:sp>
        <p:nvSpPr>
          <p:cNvPr id="8" name="Date Placeholder 7">
            <a:extLst>
              <a:ext uri="{FF2B5EF4-FFF2-40B4-BE49-F238E27FC236}">
                <a16:creationId xmlns:a16="http://schemas.microsoft.com/office/drawing/2014/main" id="{2A72FAD3-8E6B-1BAD-169F-7CFA0CB6DDD7}"/>
              </a:ext>
            </a:extLst>
          </p:cNvPr>
          <p:cNvSpPr>
            <a:spLocks noGrp="1"/>
          </p:cNvSpPr>
          <p:nvPr>
            <p:ph type="dt" sz="half" idx="15"/>
          </p:nvPr>
        </p:nvSpPr>
        <p:spPr/>
        <p:txBody>
          <a:bodyPr/>
          <a:lstStyle/>
          <a:p>
            <a:fld id="{727BBD34-DD59-49E1-9776-D67684F06344}" type="datetime4">
              <a:rPr lang="da-DK" smtClean="0"/>
              <a:pPr/>
              <a:t>26-09-23</a:t>
            </a:fld>
            <a:endParaRPr lang="da-DK" dirty="0"/>
          </a:p>
        </p:txBody>
      </p:sp>
      <p:sp>
        <p:nvSpPr>
          <p:cNvPr id="9" name="Footer Placeholder 8">
            <a:extLst>
              <a:ext uri="{FF2B5EF4-FFF2-40B4-BE49-F238E27FC236}">
                <a16:creationId xmlns:a16="http://schemas.microsoft.com/office/drawing/2014/main" id="{27CD98A2-EED4-8B7C-BD86-E1C052CDFD7F}"/>
              </a:ext>
            </a:extLst>
          </p:cNvPr>
          <p:cNvSpPr>
            <a:spLocks noGrp="1"/>
          </p:cNvSpPr>
          <p:nvPr>
            <p:ph type="ftr" sz="quarter" idx="16"/>
          </p:nvPr>
        </p:nvSpPr>
        <p:spPr/>
        <p:txBody>
          <a:bodyPr/>
          <a:lstStyle/>
          <a:p>
            <a:endParaRPr lang="da-DK" dirty="0"/>
          </a:p>
        </p:txBody>
      </p:sp>
      <p:sp>
        <p:nvSpPr>
          <p:cNvPr id="10" name="Slide Number Placeholder 9">
            <a:extLst>
              <a:ext uri="{FF2B5EF4-FFF2-40B4-BE49-F238E27FC236}">
                <a16:creationId xmlns:a16="http://schemas.microsoft.com/office/drawing/2014/main" id="{8040FA6F-B337-F307-0915-EB8BCA4C705B}"/>
              </a:ext>
            </a:extLst>
          </p:cNvPr>
          <p:cNvSpPr>
            <a:spLocks noGrp="1"/>
          </p:cNvSpPr>
          <p:nvPr>
            <p:ph type="sldNum" sz="quarter" idx="17"/>
          </p:nvPr>
        </p:nvSpPr>
        <p:spPr/>
        <p:txBody>
          <a:bodyPr/>
          <a:lstStyle>
            <a:lvl1pPr>
              <a:defRPr>
                <a:solidFill>
                  <a:schemeClr val="bg1"/>
                </a:solidFill>
              </a:defRPr>
            </a:lvl1pPr>
          </a:lstStyle>
          <a:p>
            <a:fld id="{23AA811B-2EBD-4900-905E-5BE206449611}" type="slidenum">
              <a:rPr lang="da-DK" smtClean="0"/>
              <a:pPr/>
              <a:t>‹#›</a:t>
            </a:fld>
            <a:endParaRPr lang="da-DK" dirty="0"/>
          </a:p>
        </p:txBody>
      </p:sp>
      <p:sp>
        <p:nvSpPr>
          <p:cNvPr id="6" name="Content Placeholder 3">
            <a:extLst>
              <a:ext uri="{FF2B5EF4-FFF2-40B4-BE49-F238E27FC236}">
                <a16:creationId xmlns:a16="http://schemas.microsoft.com/office/drawing/2014/main" id="{13FDE0AD-679D-42A2-8779-B8C04C863493}"/>
              </a:ext>
            </a:extLst>
          </p:cNvPr>
          <p:cNvSpPr>
            <a:spLocks noGrp="1"/>
          </p:cNvSpPr>
          <p:nvPr>
            <p:ph sz="half" idx="2" hasCustomPrompt="1"/>
          </p:nvPr>
        </p:nvSpPr>
        <p:spPr>
          <a:xfrm>
            <a:off x="3286125" y="1996530"/>
            <a:ext cx="2727325" cy="4171416"/>
          </a:xfrm>
        </p:spPr>
        <p:txBody>
          <a:bodyPr/>
          <a:lstStyle>
            <a:lvl1pPr>
              <a:defRPr sz="1200"/>
            </a:lvl1pPr>
            <a:lvl2pPr>
              <a:defRPr sz="1200"/>
            </a:lvl2pPr>
            <a:lvl3pPr>
              <a:defRPr sz="1200"/>
            </a:lvl3pPr>
            <a:lvl4pPr>
              <a:defRPr sz="1200"/>
            </a:lvl4pPr>
            <a:lvl5pPr>
              <a:defRPr sz="1200"/>
            </a:lvl5pPr>
            <a:lvl6pPr>
              <a:defRPr sz="1600"/>
            </a:lvl6pPr>
            <a:lvl7pPr>
              <a:defRPr sz="1600"/>
            </a:lvl7pPr>
            <a:lvl8pPr>
              <a:defRPr sz="1600"/>
            </a:lvl8pPr>
          </a:lstStyle>
          <a:p>
            <a:pPr lvl="0"/>
            <a:r>
              <a:rPr lang="da-DK" noProof="0" dirty="0"/>
              <a:t>Click to add text                   Press ENTER then TAB to view next text style     Press SHIFT+TAB to view previous text style</a:t>
            </a:r>
          </a:p>
          <a:p>
            <a:pPr lvl="1"/>
            <a:r>
              <a:rPr lang="da-DK" noProof="0" dirty="0"/>
              <a:t>Second level</a:t>
            </a:r>
          </a:p>
          <a:p>
            <a:pPr lvl="2"/>
            <a:r>
              <a:rPr lang="da-DK" noProof="0" dirty="0"/>
              <a:t>Third level</a:t>
            </a:r>
          </a:p>
          <a:p>
            <a:pPr lvl="3"/>
            <a:r>
              <a:rPr lang="da-DK" noProof="0" dirty="0"/>
              <a:t>Fourth level</a:t>
            </a:r>
          </a:p>
          <a:p>
            <a:pPr lvl="4"/>
            <a:r>
              <a:rPr lang="da-DK" noProof="0" dirty="0"/>
              <a:t>Fifth level</a:t>
            </a:r>
          </a:p>
          <a:p>
            <a:pPr lvl="5"/>
            <a:r>
              <a:rPr lang="da-DK" noProof="0" dirty="0"/>
              <a:t>Sixth level</a:t>
            </a:r>
          </a:p>
          <a:p>
            <a:pPr lvl="6"/>
            <a:r>
              <a:rPr lang="da-DK" noProof="0" dirty="0"/>
              <a:t>Seventh level</a:t>
            </a:r>
          </a:p>
          <a:p>
            <a:pPr lvl="7"/>
            <a:r>
              <a:rPr lang="da-DK" noProof="0" dirty="0"/>
              <a:t>Eighth level</a:t>
            </a:r>
          </a:p>
          <a:p>
            <a:pPr lvl="8"/>
            <a:r>
              <a:rPr lang="da-DK" noProof="0" dirty="0"/>
              <a:t>Ninth level</a:t>
            </a:r>
          </a:p>
        </p:txBody>
      </p:sp>
      <p:sp>
        <p:nvSpPr>
          <p:cNvPr id="4" name="Title 1">
            <a:extLst>
              <a:ext uri="{FF2B5EF4-FFF2-40B4-BE49-F238E27FC236}">
                <a16:creationId xmlns:a16="http://schemas.microsoft.com/office/drawing/2014/main" id="{66B1B277-F49A-9F26-E8C6-519E5309D914}"/>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Indhold + foto</a:t>
            </a:r>
          </a:p>
        </p:txBody>
      </p:sp>
    </p:spTree>
    <p:extLst>
      <p:ext uri="{BB962C8B-B14F-4D97-AF65-F5344CB8AC3E}">
        <p14:creationId xmlns:p14="http://schemas.microsoft.com/office/powerpoint/2010/main" val="204122136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Fotos + indhold">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85318E54-A7C0-43F8-8747-5AE35BED7D21}"/>
              </a:ext>
            </a:extLst>
          </p:cNvPr>
          <p:cNvSpPr>
            <a:spLocks noGrp="1"/>
          </p:cNvSpPr>
          <p:nvPr>
            <p:ph type="pic" sz="quarter" idx="14" hasCustomPrompt="1"/>
          </p:nvPr>
        </p:nvSpPr>
        <p:spPr>
          <a:xfrm>
            <a:off x="398466" y="395288"/>
            <a:ext cx="3690356" cy="4710112"/>
          </a:xfrm>
          <a:solidFill>
            <a:schemeClr val="bg1">
              <a:lumMod val="85000"/>
            </a:schemeClr>
          </a:solidFill>
        </p:spPr>
        <p:txBody>
          <a:bodyPr tIns="648000" anchor="ctr" anchorCtr="0"/>
          <a:lstStyle>
            <a:lvl1pPr marL="0" indent="0" algn="ctr">
              <a:buNone/>
              <a:defRPr sz="1600"/>
            </a:lvl1pPr>
          </a:lstStyle>
          <a:p>
            <a:r>
              <a:rPr lang="da-DK" dirty="0"/>
              <a:t>Klik for at tilføje billede</a:t>
            </a:r>
          </a:p>
        </p:txBody>
      </p:sp>
      <p:sp>
        <p:nvSpPr>
          <p:cNvPr id="11" name="Text Placeholder 10">
            <a:extLst>
              <a:ext uri="{FF2B5EF4-FFF2-40B4-BE49-F238E27FC236}">
                <a16:creationId xmlns:a16="http://schemas.microsoft.com/office/drawing/2014/main" id="{543FC1B8-5DC5-D625-22D8-6C2DCE285054}"/>
              </a:ext>
            </a:extLst>
          </p:cNvPr>
          <p:cNvSpPr>
            <a:spLocks noGrp="1"/>
          </p:cNvSpPr>
          <p:nvPr>
            <p:ph type="body" sz="quarter" idx="20" hasCustomPrompt="1"/>
          </p:nvPr>
        </p:nvSpPr>
        <p:spPr>
          <a:xfrm>
            <a:off x="397455" y="5275265"/>
            <a:ext cx="3690357" cy="201607"/>
          </a:xfrm>
        </p:spPr>
        <p:txBody>
          <a:bodyPr/>
          <a:lstStyle>
            <a:lvl1pPr marL="0" indent="0">
              <a:lnSpc>
                <a:spcPct val="100000"/>
              </a:lnSpc>
              <a:spcAft>
                <a:spcPts val="0"/>
              </a:spcAft>
              <a:buChar char="​"/>
              <a:defRPr sz="1200">
                <a:latin typeface="Clever Sans OFFC" pitchFamily="34" charset="0"/>
              </a:defRPr>
            </a:lvl1pPr>
            <a:lvl2pPr marL="0" indent="0">
              <a:lnSpc>
                <a:spcPct val="100000"/>
              </a:lnSpc>
              <a:spcAft>
                <a:spcPts val="0"/>
              </a:spcAft>
              <a:buChar char="​"/>
              <a:defRPr sz="1200">
                <a:latin typeface="Clever Sans OFFC" pitchFamily="34" charset="0"/>
              </a:defRPr>
            </a:lvl2pPr>
            <a:lvl3pPr marL="0" indent="0">
              <a:lnSpc>
                <a:spcPct val="100000"/>
              </a:lnSpc>
              <a:spcAft>
                <a:spcPts val="0"/>
              </a:spcAft>
              <a:buChar char="​"/>
              <a:defRPr sz="1200">
                <a:latin typeface="Clever Sans OFFC" pitchFamily="34" charset="0"/>
              </a:defRPr>
            </a:lvl3pPr>
            <a:lvl4pPr marL="0" indent="0">
              <a:lnSpc>
                <a:spcPct val="100000"/>
              </a:lnSpc>
              <a:spcAft>
                <a:spcPts val="0"/>
              </a:spcAft>
              <a:buChar char="​"/>
              <a:defRPr sz="1200">
                <a:latin typeface="Clever Sans OFFC" pitchFamily="34" charset="0"/>
              </a:defRPr>
            </a:lvl4pPr>
            <a:lvl5pPr marL="0" indent="0">
              <a:lnSpc>
                <a:spcPct val="100000"/>
              </a:lnSpc>
              <a:spcAft>
                <a:spcPts val="0"/>
              </a:spcAft>
              <a:buChar char="​"/>
              <a:defRPr sz="1200">
                <a:latin typeface="Clever Sans OFFC" pitchFamily="34" charset="0"/>
              </a:defRPr>
            </a:lvl5pPr>
            <a:lvl6pPr marL="0" indent="0">
              <a:lnSpc>
                <a:spcPct val="100000"/>
              </a:lnSpc>
              <a:spcAft>
                <a:spcPts val="0"/>
              </a:spcAft>
              <a:buChar char="​"/>
              <a:defRPr sz="1200">
                <a:latin typeface="Clever Sans OFFC" pitchFamily="34" charset="0"/>
              </a:defRPr>
            </a:lvl6pPr>
            <a:lvl7pPr marL="0" indent="0">
              <a:lnSpc>
                <a:spcPct val="100000"/>
              </a:lnSpc>
              <a:spcAft>
                <a:spcPts val="0"/>
              </a:spcAft>
              <a:buChar char="​"/>
              <a:defRPr sz="1200">
                <a:latin typeface="Clever Sans OFFC" pitchFamily="34" charset="0"/>
              </a:defRPr>
            </a:lvl7pPr>
            <a:lvl8pPr marL="0" indent="0">
              <a:lnSpc>
                <a:spcPct val="100000"/>
              </a:lnSpc>
              <a:spcAft>
                <a:spcPts val="0"/>
              </a:spcAft>
              <a:buChar char="​"/>
              <a:defRPr sz="1200">
                <a:latin typeface="Clever Sans OFFC" pitchFamily="34" charset="0"/>
              </a:defRPr>
            </a:lvl8pPr>
            <a:lvl9pPr marL="0" indent="0">
              <a:lnSpc>
                <a:spcPct val="100000"/>
              </a:lnSpc>
              <a:spcAft>
                <a:spcPts val="0"/>
              </a:spcAft>
              <a:buChar char="​"/>
              <a:defRPr sz="1200">
                <a:latin typeface="Clever Sans OFFC" pitchFamily="34" charset="0"/>
              </a:defRPr>
            </a:lvl9pPr>
          </a:lstStyle>
          <a:p>
            <a:pPr lvl="0"/>
            <a:r>
              <a:rPr lang="da-DK" dirty="0"/>
              <a:t>Klik for at tilføje overskrift</a:t>
            </a:r>
          </a:p>
        </p:txBody>
      </p:sp>
      <p:sp>
        <p:nvSpPr>
          <p:cNvPr id="13" name="Text Placeholder 12">
            <a:extLst>
              <a:ext uri="{FF2B5EF4-FFF2-40B4-BE49-F238E27FC236}">
                <a16:creationId xmlns:a16="http://schemas.microsoft.com/office/drawing/2014/main" id="{4222847D-1286-FB1C-A798-648BE3B3177C}"/>
              </a:ext>
            </a:extLst>
          </p:cNvPr>
          <p:cNvSpPr>
            <a:spLocks noGrp="1"/>
          </p:cNvSpPr>
          <p:nvPr>
            <p:ph type="body" sz="quarter" idx="21" hasCustomPrompt="1"/>
          </p:nvPr>
        </p:nvSpPr>
        <p:spPr>
          <a:xfrm>
            <a:off x="395288" y="5476873"/>
            <a:ext cx="3692525" cy="692152"/>
          </a:xfrm>
        </p:spPr>
        <p:txBody>
          <a:bodyPr/>
          <a:lstStyle>
            <a:lvl1pPr marL="0" indent="0">
              <a:lnSpc>
                <a:spcPct val="100000"/>
              </a:lnSpc>
              <a:spcAft>
                <a:spcPts val="0"/>
              </a:spcAft>
              <a:buChar char="​"/>
              <a:defRPr sz="1200">
                <a:latin typeface="+mn-lt"/>
              </a:defRPr>
            </a:lvl1pPr>
            <a:lvl2pPr marL="0" indent="0">
              <a:lnSpc>
                <a:spcPct val="100000"/>
              </a:lnSpc>
              <a:spcAft>
                <a:spcPts val="0"/>
              </a:spcAft>
              <a:buChar char="​"/>
              <a:defRPr sz="1200">
                <a:latin typeface="+mn-lt"/>
              </a:defRPr>
            </a:lvl2pPr>
            <a:lvl3pPr marL="0" indent="0">
              <a:lnSpc>
                <a:spcPct val="100000"/>
              </a:lnSpc>
              <a:spcAft>
                <a:spcPts val="0"/>
              </a:spcAft>
              <a:buChar char="​"/>
              <a:defRPr sz="1200">
                <a:latin typeface="+mn-lt"/>
              </a:defRPr>
            </a:lvl3pPr>
            <a:lvl4pPr marL="0" indent="0">
              <a:lnSpc>
                <a:spcPct val="100000"/>
              </a:lnSpc>
              <a:spcAft>
                <a:spcPts val="0"/>
              </a:spcAft>
              <a:buChar char="​"/>
              <a:defRPr sz="1200">
                <a:latin typeface="+mn-lt"/>
              </a:defRPr>
            </a:lvl4pPr>
            <a:lvl5pPr marL="0" indent="0">
              <a:lnSpc>
                <a:spcPct val="100000"/>
              </a:lnSpc>
              <a:spcAft>
                <a:spcPts val="0"/>
              </a:spcAft>
              <a:buChar char="​"/>
              <a:defRPr sz="1200">
                <a:latin typeface="+mn-lt"/>
              </a:defRPr>
            </a:lvl5pPr>
            <a:lvl6pPr marL="0" indent="0">
              <a:lnSpc>
                <a:spcPct val="100000"/>
              </a:lnSpc>
              <a:spcAft>
                <a:spcPts val="0"/>
              </a:spcAft>
              <a:buChar char="​"/>
              <a:defRPr sz="1200">
                <a:latin typeface="+mn-lt"/>
              </a:defRPr>
            </a:lvl6pPr>
            <a:lvl7pPr marL="0" indent="0">
              <a:lnSpc>
                <a:spcPct val="100000"/>
              </a:lnSpc>
              <a:spcAft>
                <a:spcPts val="0"/>
              </a:spcAft>
              <a:buChar char="​"/>
              <a:defRPr sz="1200">
                <a:latin typeface="+mn-lt"/>
              </a:defRPr>
            </a:lvl7pPr>
            <a:lvl8pPr marL="0" indent="0">
              <a:lnSpc>
                <a:spcPct val="100000"/>
              </a:lnSpc>
              <a:spcAft>
                <a:spcPts val="0"/>
              </a:spcAft>
              <a:buChar char="​"/>
              <a:defRPr sz="1200">
                <a:latin typeface="+mn-lt"/>
              </a:defRPr>
            </a:lvl8pPr>
            <a:lvl9pPr marL="0" indent="0">
              <a:lnSpc>
                <a:spcPct val="100000"/>
              </a:lnSpc>
              <a:spcAft>
                <a:spcPts val="0"/>
              </a:spcAft>
              <a:buChar char="​"/>
              <a:defRPr sz="1200">
                <a:latin typeface="+mn-lt"/>
              </a:defRPr>
            </a:lvl9pPr>
          </a:lstStyle>
          <a:p>
            <a:pPr lvl="0"/>
            <a:r>
              <a:rPr lang="da-DK" dirty="0"/>
              <a:t>Klik for at tilføje tekst</a:t>
            </a:r>
          </a:p>
        </p:txBody>
      </p:sp>
      <p:sp>
        <p:nvSpPr>
          <p:cNvPr id="3" name="Picture Placeholder 3">
            <a:extLst>
              <a:ext uri="{FF2B5EF4-FFF2-40B4-BE49-F238E27FC236}">
                <a16:creationId xmlns:a16="http://schemas.microsoft.com/office/drawing/2014/main" id="{CCC7EE0D-8814-2C8D-79DC-AB6E380321B4}"/>
              </a:ext>
            </a:extLst>
          </p:cNvPr>
          <p:cNvSpPr>
            <a:spLocks noGrp="1"/>
          </p:cNvSpPr>
          <p:nvPr>
            <p:ph type="pic" sz="quarter" idx="18" hasCustomPrompt="1"/>
          </p:nvPr>
        </p:nvSpPr>
        <p:spPr>
          <a:xfrm>
            <a:off x="4250821" y="395288"/>
            <a:ext cx="3690356" cy="4710112"/>
          </a:xfrm>
          <a:solidFill>
            <a:schemeClr val="bg1">
              <a:lumMod val="85000"/>
            </a:schemeClr>
          </a:solidFill>
        </p:spPr>
        <p:txBody>
          <a:bodyPr tIns="648000" anchor="ctr" anchorCtr="0"/>
          <a:lstStyle>
            <a:lvl1pPr marL="0" indent="0" algn="ctr">
              <a:buNone/>
              <a:defRPr sz="1600"/>
            </a:lvl1pPr>
          </a:lstStyle>
          <a:p>
            <a:r>
              <a:rPr lang="da-DK" dirty="0"/>
              <a:t>Klik for at tilføje billede</a:t>
            </a:r>
          </a:p>
        </p:txBody>
      </p:sp>
      <p:sp>
        <p:nvSpPr>
          <p:cNvPr id="18" name="Text Placeholder 10">
            <a:extLst>
              <a:ext uri="{FF2B5EF4-FFF2-40B4-BE49-F238E27FC236}">
                <a16:creationId xmlns:a16="http://schemas.microsoft.com/office/drawing/2014/main" id="{F1DB00DC-E79F-8615-46A9-6F737BE6C210}"/>
              </a:ext>
            </a:extLst>
          </p:cNvPr>
          <p:cNvSpPr>
            <a:spLocks noGrp="1"/>
          </p:cNvSpPr>
          <p:nvPr>
            <p:ph type="body" sz="quarter" idx="22" hasCustomPrompt="1"/>
          </p:nvPr>
        </p:nvSpPr>
        <p:spPr>
          <a:xfrm>
            <a:off x="4252988" y="5275265"/>
            <a:ext cx="3690357" cy="201607"/>
          </a:xfrm>
        </p:spPr>
        <p:txBody>
          <a:bodyPr/>
          <a:lstStyle>
            <a:lvl1pPr marL="0" indent="0">
              <a:lnSpc>
                <a:spcPct val="100000"/>
              </a:lnSpc>
              <a:spcAft>
                <a:spcPts val="0"/>
              </a:spcAft>
              <a:buChar char="​"/>
              <a:defRPr sz="1200">
                <a:latin typeface="Clever Sans OFFC" pitchFamily="34" charset="0"/>
              </a:defRPr>
            </a:lvl1pPr>
            <a:lvl2pPr marL="0" indent="0">
              <a:lnSpc>
                <a:spcPct val="100000"/>
              </a:lnSpc>
              <a:spcAft>
                <a:spcPts val="0"/>
              </a:spcAft>
              <a:buChar char="​"/>
              <a:defRPr sz="1200">
                <a:latin typeface="Clever Sans OFFC" pitchFamily="34" charset="0"/>
              </a:defRPr>
            </a:lvl2pPr>
            <a:lvl3pPr marL="0" indent="0">
              <a:lnSpc>
                <a:spcPct val="100000"/>
              </a:lnSpc>
              <a:spcAft>
                <a:spcPts val="0"/>
              </a:spcAft>
              <a:buChar char="​"/>
              <a:defRPr sz="1200">
                <a:latin typeface="Clever Sans OFFC" pitchFamily="34" charset="0"/>
              </a:defRPr>
            </a:lvl3pPr>
            <a:lvl4pPr marL="0" indent="0">
              <a:lnSpc>
                <a:spcPct val="100000"/>
              </a:lnSpc>
              <a:spcAft>
                <a:spcPts val="0"/>
              </a:spcAft>
              <a:buChar char="​"/>
              <a:defRPr sz="1200">
                <a:latin typeface="Clever Sans OFFC" pitchFamily="34" charset="0"/>
              </a:defRPr>
            </a:lvl4pPr>
            <a:lvl5pPr marL="0" indent="0">
              <a:lnSpc>
                <a:spcPct val="100000"/>
              </a:lnSpc>
              <a:spcAft>
                <a:spcPts val="0"/>
              </a:spcAft>
              <a:buChar char="​"/>
              <a:defRPr sz="1200">
                <a:latin typeface="Clever Sans OFFC" pitchFamily="34" charset="0"/>
              </a:defRPr>
            </a:lvl5pPr>
            <a:lvl6pPr marL="0" indent="0">
              <a:lnSpc>
                <a:spcPct val="100000"/>
              </a:lnSpc>
              <a:spcAft>
                <a:spcPts val="0"/>
              </a:spcAft>
              <a:buChar char="​"/>
              <a:defRPr sz="1200">
                <a:latin typeface="Clever Sans OFFC" pitchFamily="34" charset="0"/>
              </a:defRPr>
            </a:lvl6pPr>
            <a:lvl7pPr marL="0" indent="0">
              <a:lnSpc>
                <a:spcPct val="100000"/>
              </a:lnSpc>
              <a:spcAft>
                <a:spcPts val="0"/>
              </a:spcAft>
              <a:buChar char="​"/>
              <a:defRPr sz="1200">
                <a:latin typeface="Clever Sans OFFC" pitchFamily="34" charset="0"/>
              </a:defRPr>
            </a:lvl7pPr>
            <a:lvl8pPr marL="0" indent="0">
              <a:lnSpc>
                <a:spcPct val="100000"/>
              </a:lnSpc>
              <a:spcAft>
                <a:spcPts val="0"/>
              </a:spcAft>
              <a:buChar char="​"/>
              <a:defRPr sz="1200">
                <a:latin typeface="Clever Sans OFFC" pitchFamily="34" charset="0"/>
              </a:defRPr>
            </a:lvl8pPr>
            <a:lvl9pPr marL="0" indent="0">
              <a:lnSpc>
                <a:spcPct val="100000"/>
              </a:lnSpc>
              <a:spcAft>
                <a:spcPts val="0"/>
              </a:spcAft>
              <a:buChar char="​"/>
              <a:defRPr sz="1200">
                <a:latin typeface="Clever Sans OFFC" pitchFamily="34" charset="0"/>
              </a:defRPr>
            </a:lvl9pPr>
          </a:lstStyle>
          <a:p>
            <a:pPr lvl="0"/>
            <a:r>
              <a:rPr lang="da-DK" dirty="0"/>
              <a:t>Klik for at tilføje overskrift</a:t>
            </a:r>
          </a:p>
        </p:txBody>
      </p:sp>
      <p:sp>
        <p:nvSpPr>
          <p:cNvPr id="19" name="Text Placeholder 12">
            <a:extLst>
              <a:ext uri="{FF2B5EF4-FFF2-40B4-BE49-F238E27FC236}">
                <a16:creationId xmlns:a16="http://schemas.microsoft.com/office/drawing/2014/main" id="{6F78F743-0C90-77DE-007A-073A0370E623}"/>
              </a:ext>
            </a:extLst>
          </p:cNvPr>
          <p:cNvSpPr>
            <a:spLocks noGrp="1"/>
          </p:cNvSpPr>
          <p:nvPr>
            <p:ph type="body" sz="quarter" idx="23" hasCustomPrompt="1"/>
          </p:nvPr>
        </p:nvSpPr>
        <p:spPr>
          <a:xfrm>
            <a:off x="4250821" y="5476873"/>
            <a:ext cx="3692525" cy="692152"/>
          </a:xfrm>
        </p:spPr>
        <p:txBody>
          <a:bodyPr/>
          <a:lstStyle>
            <a:lvl1pPr marL="0" indent="0">
              <a:lnSpc>
                <a:spcPct val="100000"/>
              </a:lnSpc>
              <a:spcAft>
                <a:spcPts val="0"/>
              </a:spcAft>
              <a:buChar char="​"/>
              <a:defRPr sz="1200">
                <a:latin typeface="+mn-lt"/>
              </a:defRPr>
            </a:lvl1pPr>
            <a:lvl2pPr marL="0" indent="0">
              <a:lnSpc>
                <a:spcPct val="100000"/>
              </a:lnSpc>
              <a:spcAft>
                <a:spcPts val="0"/>
              </a:spcAft>
              <a:buChar char="​"/>
              <a:defRPr sz="1200">
                <a:latin typeface="+mn-lt"/>
              </a:defRPr>
            </a:lvl2pPr>
            <a:lvl3pPr marL="0" indent="0">
              <a:lnSpc>
                <a:spcPct val="100000"/>
              </a:lnSpc>
              <a:spcAft>
                <a:spcPts val="0"/>
              </a:spcAft>
              <a:buChar char="​"/>
              <a:defRPr sz="1200">
                <a:latin typeface="+mn-lt"/>
              </a:defRPr>
            </a:lvl3pPr>
            <a:lvl4pPr marL="0" indent="0">
              <a:lnSpc>
                <a:spcPct val="100000"/>
              </a:lnSpc>
              <a:spcAft>
                <a:spcPts val="0"/>
              </a:spcAft>
              <a:buChar char="​"/>
              <a:defRPr sz="1200">
                <a:latin typeface="+mn-lt"/>
              </a:defRPr>
            </a:lvl4pPr>
            <a:lvl5pPr marL="0" indent="0">
              <a:lnSpc>
                <a:spcPct val="100000"/>
              </a:lnSpc>
              <a:spcAft>
                <a:spcPts val="0"/>
              </a:spcAft>
              <a:buChar char="​"/>
              <a:defRPr sz="1200">
                <a:latin typeface="+mn-lt"/>
              </a:defRPr>
            </a:lvl5pPr>
            <a:lvl6pPr marL="0" indent="0">
              <a:lnSpc>
                <a:spcPct val="100000"/>
              </a:lnSpc>
              <a:spcAft>
                <a:spcPts val="0"/>
              </a:spcAft>
              <a:buChar char="​"/>
              <a:defRPr sz="1200">
                <a:latin typeface="+mn-lt"/>
              </a:defRPr>
            </a:lvl6pPr>
            <a:lvl7pPr marL="0" indent="0">
              <a:lnSpc>
                <a:spcPct val="100000"/>
              </a:lnSpc>
              <a:spcAft>
                <a:spcPts val="0"/>
              </a:spcAft>
              <a:buChar char="​"/>
              <a:defRPr sz="1200">
                <a:latin typeface="+mn-lt"/>
              </a:defRPr>
            </a:lvl7pPr>
            <a:lvl8pPr marL="0" indent="0">
              <a:lnSpc>
                <a:spcPct val="100000"/>
              </a:lnSpc>
              <a:spcAft>
                <a:spcPts val="0"/>
              </a:spcAft>
              <a:buChar char="​"/>
              <a:defRPr sz="1200">
                <a:latin typeface="+mn-lt"/>
              </a:defRPr>
            </a:lvl8pPr>
            <a:lvl9pPr marL="0" indent="0">
              <a:lnSpc>
                <a:spcPct val="100000"/>
              </a:lnSpc>
              <a:spcAft>
                <a:spcPts val="0"/>
              </a:spcAft>
              <a:buChar char="​"/>
              <a:defRPr sz="1200">
                <a:latin typeface="+mn-lt"/>
              </a:defRPr>
            </a:lvl9pPr>
          </a:lstStyle>
          <a:p>
            <a:pPr lvl="0"/>
            <a:r>
              <a:rPr lang="da-DK" dirty="0"/>
              <a:t>Klik for at tilføje tekst</a:t>
            </a:r>
          </a:p>
        </p:txBody>
      </p:sp>
      <p:sp>
        <p:nvSpPr>
          <p:cNvPr id="5" name="Picture Placeholder 3">
            <a:extLst>
              <a:ext uri="{FF2B5EF4-FFF2-40B4-BE49-F238E27FC236}">
                <a16:creationId xmlns:a16="http://schemas.microsoft.com/office/drawing/2014/main" id="{C54462F0-1726-4082-6035-3C25B9853E90}"/>
              </a:ext>
            </a:extLst>
          </p:cNvPr>
          <p:cNvSpPr>
            <a:spLocks noGrp="1"/>
          </p:cNvSpPr>
          <p:nvPr>
            <p:ph type="pic" sz="quarter" idx="19" hasCustomPrompt="1"/>
          </p:nvPr>
        </p:nvSpPr>
        <p:spPr>
          <a:xfrm>
            <a:off x="8103177" y="395288"/>
            <a:ext cx="3690356" cy="4710112"/>
          </a:xfrm>
          <a:solidFill>
            <a:schemeClr val="bg1">
              <a:lumMod val="85000"/>
            </a:schemeClr>
          </a:solidFill>
        </p:spPr>
        <p:txBody>
          <a:bodyPr tIns="648000" anchor="ctr" anchorCtr="0"/>
          <a:lstStyle>
            <a:lvl1pPr marL="0" indent="0" algn="ctr">
              <a:buNone/>
              <a:defRPr sz="1600"/>
            </a:lvl1pPr>
          </a:lstStyle>
          <a:p>
            <a:r>
              <a:rPr lang="da-DK" dirty="0"/>
              <a:t>Klik for at tilføje billede</a:t>
            </a:r>
          </a:p>
        </p:txBody>
      </p:sp>
      <p:sp>
        <p:nvSpPr>
          <p:cNvPr id="20" name="Text Placeholder 10">
            <a:extLst>
              <a:ext uri="{FF2B5EF4-FFF2-40B4-BE49-F238E27FC236}">
                <a16:creationId xmlns:a16="http://schemas.microsoft.com/office/drawing/2014/main" id="{8980B853-E42B-B67D-B3DE-E9B429306FB9}"/>
              </a:ext>
            </a:extLst>
          </p:cNvPr>
          <p:cNvSpPr>
            <a:spLocks noGrp="1"/>
          </p:cNvSpPr>
          <p:nvPr>
            <p:ph type="body" sz="quarter" idx="24" hasCustomPrompt="1"/>
          </p:nvPr>
        </p:nvSpPr>
        <p:spPr>
          <a:xfrm>
            <a:off x="8105344" y="5275265"/>
            <a:ext cx="3690357" cy="201607"/>
          </a:xfrm>
        </p:spPr>
        <p:txBody>
          <a:bodyPr/>
          <a:lstStyle>
            <a:lvl1pPr marL="0" indent="0">
              <a:lnSpc>
                <a:spcPct val="100000"/>
              </a:lnSpc>
              <a:spcAft>
                <a:spcPts val="0"/>
              </a:spcAft>
              <a:buChar char="​"/>
              <a:defRPr sz="1200">
                <a:latin typeface="Clever Sans OFFC" pitchFamily="34" charset="0"/>
              </a:defRPr>
            </a:lvl1pPr>
            <a:lvl2pPr marL="0" indent="0">
              <a:lnSpc>
                <a:spcPct val="100000"/>
              </a:lnSpc>
              <a:spcAft>
                <a:spcPts val="0"/>
              </a:spcAft>
              <a:buChar char="​"/>
              <a:defRPr sz="1200">
                <a:latin typeface="Clever Sans OFFC" pitchFamily="34" charset="0"/>
              </a:defRPr>
            </a:lvl2pPr>
            <a:lvl3pPr marL="0" indent="0">
              <a:lnSpc>
                <a:spcPct val="100000"/>
              </a:lnSpc>
              <a:spcAft>
                <a:spcPts val="0"/>
              </a:spcAft>
              <a:buChar char="​"/>
              <a:defRPr sz="1200">
                <a:latin typeface="Clever Sans OFFC" pitchFamily="34" charset="0"/>
              </a:defRPr>
            </a:lvl3pPr>
            <a:lvl4pPr marL="0" indent="0">
              <a:lnSpc>
                <a:spcPct val="100000"/>
              </a:lnSpc>
              <a:spcAft>
                <a:spcPts val="0"/>
              </a:spcAft>
              <a:buChar char="​"/>
              <a:defRPr sz="1200">
                <a:latin typeface="Clever Sans OFFC" pitchFamily="34" charset="0"/>
              </a:defRPr>
            </a:lvl4pPr>
            <a:lvl5pPr marL="0" indent="0">
              <a:lnSpc>
                <a:spcPct val="100000"/>
              </a:lnSpc>
              <a:spcAft>
                <a:spcPts val="0"/>
              </a:spcAft>
              <a:buChar char="​"/>
              <a:defRPr sz="1200">
                <a:latin typeface="Clever Sans OFFC" pitchFamily="34" charset="0"/>
              </a:defRPr>
            </a:lvl5pPr>
            <a:lvl6pPr marL="0" indent="0">
              <a:lnSpc>
                <a:spcPct val="100000"/>
              </a:lnSpc>
              <a:spcAft>
                <a:spcPts val="0"/>
              </a:spcAft>
              <a:buChar char="​"/>
              <a:defRPr sz="1200">
                <a:latin typeface="Clever Sans OFFC" pitchFamily="34" charset="0"/>
              </a:defRPr>
            </a:lvl6pPr>
            <a:lvl7pPr marL="0" indent="0">
              <a:lnSpc>
                <a:spcPct val="100000"/>
              </a:lnSpc>
              <a:spcAft>
                <a:spcPts val="0"/>
              </a:spcAft>
              <a:buChar char="​"/>
              <a:defRPr sz="1200">
                <a:latin typeface="Clever Sans OFFC" pitchFamily="34" charset="0"/>
              </a:defRPr>
            </a:lvl7pPr>
            <a:lvl8pPr marL="0" indent="0">
              <a:lnSpc>
                <a:spcPct val="100000"/>
              </a:lnSpc>
              <a:spcAft>
                <a:spcPts val="0"/>
              </a:spcAft>
              <a:buChar char="​"/>
              <a:defRPr sz="1200">
                <a:latin typeface="Clever Sans OFFC" pitchFamily="34" charset="0"/>
              </a:defRPr>
            </a:lvl8pPr>
            <a:lvl9pPr marL="0" indent="0">
              <a:lnSpc>
                <a:spcPct val="100000"/>
              </a:lnSpc>
              <a:spcAft>
                <a:spcPts val="0"/>
              </a:spcAft>
              <a:buChar char="​"/>
              <a:defRPr sz="1200">
                <a:latin typeface="Clever Sans OFFC" pitchFamily="34" charset="0"/>
              </a:defRPr>
            </a:lvl9pPr>
          </a:lstStyle>
          <a:p>
            <a:pPr lvl="0"/>
            <a:r>
              <a:rPr lang="da-DK" dirty="0"/>
              <a:t>Klik for at tilføje overskrift</a:t>
            </a:r>
          </a:p>
        </p:txBody>
      </p:sp>
      <p:sp>
        <p:nvSpPr>
          <p:cNvPr id="21" name="Text Placeholder 12">
            <a:extLst>
              <a:ext uri="{FF2B5EF4-FFF2-40B4-BE49-F238E27FC236}">
                <a16:creationId xmlns:a16="http://schemas.microsoft.com/office/drawing/2014/main" id="{199EFB2E-0391-5448-F03B-13CFCE29D1BD}"/>
              </a:ext>
            </a:extLst>
          </p:cNvPr>
          <p:cNvSpPr>
            <a:spLocks noGrp="1"/>
          </p:cNvSpPr>
          <p:nvPr>
            <p:ph type="body" sz="quarter" idx="25" hasCustomPrompt="1"/>
          </p:nvPr>
        </p:nvSpPr>
        <p:spPr>
          <a:xfrm>
            <a:off x="8103177" y="5476873"/>
            <a:ext cx="3692525" cy="692152"/>
          </a:xfrm>
        </p:spPr>
        <p:txBody>
          <a:bodyPr/>
          <a:lstStyle>
            <a:lvl1pPr marL="0" indent="0">
              <a:lnSpc>
                <a:spcPct val="100000"/>
              </a:lnSpc>
              <a:spcAft>
                <a:spcPts val="0"/>
              </a:spcAft>
              <a:buChar char="​"/>
              <a:defRPr sz="1200">
                <a:latin typeface="+mn-lt"/>
              </a:defRPr>
            </a:lvl1pPr>
            <a:lvl2pPr marL="0" indent="0">
              <a:lnSpc>
                <a:spcPct val="100000"/>
              </a:lnSpc>
              <a:spcAft>
                <a:spcPts val="0"/>
              </a:spcAft>
              <a:buChar char="​"/>
              <a:defRPr sz="1200">
                <a:latin typeface="+mn-lt"/>
              </a:defRPr>
            </a:lvl2pPr>
            <a:lvl3pPr marL="0" indent="0">
              <a:lnSpc>
                <a:spcPct val="100000"/>
              </a:lnSpc>
              <a:spcAft>
                <a:spcPts val="0"/>
              </a:spcAft>
              <a:buChar char="​"/>
              <a:defRPr sz="1200">
                <a:latin typeface="+mn-lt"/>
              </a:defRPr>
            </a:lvl3pPr>
            <a:lvl4pPr marL="0" indent="0">
              <a:lnSpc>
                <a:spcPct val="100000"/>
              </a:lnSpc>
              <a:spcAft>
                <a:spcPts val="0"/>
              </a:spcAft>
              <a:buChar char="​"/>
              <a:defRPr sz="1200">
                <a:latin typeface="+mn-lt"/>
              </a:defRPr>
            </a:lvl4pPr>
            <a:lvl5pPr marL="0" indent="0">
              <a:lnSpc>
                <a:spcPct val="100000"/>
              </a:lnSpc>
              <a:spcAft>
                <a:spcPts val="0"/>
              </a:spcAft>
              <a:buChar char="​"/>
              <a:defRPr sz="1200">
                <a:latin typeface="+mn-lt"/>
              </a:defRPr>
            </a:lvl5pPr>
            <a:lvl6pPr marL="0" indent="0">
              <a:lnSpc>
                <a:spcPct val="100000"/>
              </a:lnSpc>
              <a:spcAft>
                <a:spcPts val="0"/>
              </a:spcAft>
              <a:buChar char="​"/>
              <a:defRPr sz="1200">
                <a:latin typeface="+mn-lt"/>
              </a:defRPr>
            </a:lvl6pPr>
            <a:lvl7pPr marL="0" indent="0">
              <a:lnSpc>
                <a:spcPct val="100000"/>
              </a:lnSpc>
              <a:spcAft>
                <a:spcPts val="0"/>
              </a:spcAft>
              <a:buChar char="​"/>
              <a:defRPr sz="1200">
                <a:latin typeface="+mn-lt"/>
              </a:defRPr>
            </a:lvl7pPr>
            <a:lvl8pPr marL="0" indent="0">
              <a:lnSpc>
                <a:spcPct val="100000"/>
              </a:lnSpc>
              <a:spcAft>
                <a:spcPts val="0"/>
              </a:spcAft>
              <a:buChar char="​"/>
              <a:defRPr sz="1200">
                <a:latin typeface="+mn-lt"/>
              </a:defRPr>
            </a:lvl8pPr>
            <a:lvl9pPr marL="0" indent="0">
              <a:lnSpc>
                <a:spcPct val="100000"/>
              </a:lnSpc>
              <a:spcAft>
                <a:spcPts val="0"/>
              </a:spcAft>
              <a:buChar char="​"/>
              <a:defRPr sz="1200">
                <a:latin typeface="+mn-lt"/>
              </a:defRPr>
            </a:lvl9pPr>
          </a:lstStyle>
          <a:p>
            <a:pPr lvl="0"/>
            <a:r>
              <a:rPr lang="da-DK" dirty="0"/>
              <a:t>Klik for at tilføje tekst</a:t>
            </a:r>
          </a:p>
        </p:txBody>
      </p:sp>
      <p:sp>
        <p:nvSpPr>
          <p:cNvPr id="7" name="Date Placeholder 6">
            <a:extLst>
              <a:ext uri="{FF2B5EF4-FFF2-40B4-BE49-F238E27FC236}">
                <a16:creationId xmlns:a16="http://schemas.microsoft.com/office/drawing/2014/main" id="{D74570FA-4119-C242-E77B-C06328ABA8BD}"/>
              </a:ext>
            </a:extLst>
          </p:cNvPr>
          <p:cNvSpPr>
            <a:spLocks noGrp="1"/>
          </p:cNvSpPr>
          <p:nvPr>
            <p:ph type="dt" sz="half" idx="15"/>
          </p:nvPr>
        </p:nvSpPr>
        <p:spPr/>
        <p:txBody>
          <a:bodyPr/>
          <a:lstStyle/>
          <a:p>
            <a:fld id="{727BBD34-DD59-49E1-9776-D67684F06344}" type="datetime4">
              <a:rPr lang="da-DK" smtClean="0"/>
              <a:pPr/>
              <a:t>26-09-23</a:t>
            </a:fld>
            <a:endParaRPr lang="da-DK" dirty="0"/>
          </a:p>
        </p:txBody>
      </p:sp>
      <p:sp>
        <p:nvSpPr>
          <p:cNvPr id="9" name="Footer Placeholder 8">
            <a:extLst>
              <a:ext uri="{FF2B5EF4-FFF2-40B4-BE49-F238E27FC236}">
                <a16:creationId xmlns:a16="http://schemas.microsoft.com/office/drawing/2014/main" id="{DE6DAF5C-34D1-7307-182C-7173FE7A63AA}"/>
              </a:ext>
            </a:extLst>
          </p:cNvPr>
          <p:cNvSpPr>
            <a:spLocks noGrp="1"/>
          </p:cNvSpPr>
          <p:nvPr>
            <p:ph type="ftr" sz="quarter" idx="16"/>
          </p:nvPr>
        </p:nvSpPr>
        <p:spPr/>
        <p:txBody>
          <a:bodyPr/>
          <a:lstStyle/>
          <a:p>
            <a:endParaRPr lang="da-DK" dirty="0"/>
          </a:p>
        </p:txBody>
      </p:sp>
      <p:sp>
        <p:nvSpPr>
          <p:cNvPr id="10" name="Slide Number Placeholder 9">
            <a:extLst>
              <a:ext uri="{FF2B5EF4-FFF2-40B4-BE49-F238E27FC236}">
                <a16:creationId xmlns:a16="http://schemas.microsoft.com/office/drawing/2014/main" id="{970D7E55-6FEA-EE4C-2D06-73C63AFBDEBC}"/>
              </a:ext>
            </a:extLst>
          </p:cNvPr>
          <p:cNvSpPr>
            <a:spLocks noGrp="1"/>
          </p:cNvSpPr>
          <p:nvPr>
            <p:ph type="sldNum" sz="quarter" idx="17"/>
          </p:nvPr>
        </p:nvSpPr>
        <p:spPr/>
        <p:txBody>
          <a:bodyPr/>
          <a:lstStyle/>
          <a:p>
            <a:fld id="{23AA811B-2EBD-4900-905E-5BE206449611}" type="slidenum">
              <a:rPr lang="da-DK" smtClean="0"/>
              <a:pPr/>
              <a:t>‹#›</a:t>
            </a:fld>
            <a:endParaRPr lang="da-DK" dirty="0"/>
          </a:p>
        </p:txBody>
      </p:sp>
      <p:sp>
        <p:nvSpPr>
          <p:cNvPr id="15" name="Title 1">
            <a:extLst>
              <a:ext uri="{FF2B5EF4-FFF2-40B4-BE49-F238E27FC236}">
                <a16:creationId xmlns:a16="http://schemas.microsoft.com/office/drawing/2014/main" id="{F451CCA1-A8E9-69E5-C82F-4D4CA90E0E76}"/>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3 fotos + indhold</a:t>
            </a:r>
          </a:p>
        </p:txBody>
      </p:sp>
    </p:spTree>
    <p:extLst>
      <p:ext uri="{BB962C8B-B14F-4D97-AF65-F5344CB8AC3E}">
        <p14:creationId xmlns:p14="http://schemas.microsoft.com/office/powerpoint/2010/main" val="217948239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at + foto">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94740612-1E6D-A63E-1FE8-ED77C7A7482A}"/>
              </a:ext>
            </a:extLst>
          </p:cNvPr>
          <p:cNvSpPr>
            <a:spLocks noGrp="1"/>
          </p:cNvSpPr>
          <p:nvPr>
            <p:ph type="pic" sz="quarter" idx="17" hasCustomPrompt="1"/>
          </p:nvPr>
        </p:nvSpPr>
        <p:spPr>
          <a:xfrm>
            <a:off x="7138988" y="0"/>
            <a:ext cx="5053012" cy="6858000"/>
          </a:xfrm>
          <a:solidFill>
            <a:schemeClr val="bg1">
              <a:lumMod val="85000"/>
            </a:schemeClr>
          </a:solidFill>
        </p:spPr>
        <p:txBody>
          <a:bodyPr tIns="648000" anchor="ctr" anchorCtr="0"/>
          <a:lstStyle>
            <a:lvl1pPr marL="0" indent="0" algn="ctr">
              <a:buNone/>
              <a:defRPr sz="1600"/>
            </a:lvl1pPr>
          </a:lstStyle>
          <a:p>
            <a:r>
              <a:rPr lang="da-DK" noProof="0" dirty="0"/>
              <a:t>Klik for at tilføje billede</a:t>
            </a:r>
          </a:p>
        </p:txBody>
      </p:sp>
      <p:sp>
        <p:nvSpPr>
          <p:cNvPr id="9" name="Text Placeholder 8">
            <a:extLst>
              <a:ext uri="{FF2B5EF4-FFF2-40B4-BE49-F238E27FC236}">
                <a16:creationId xmlns:a16="http://schemas.microsoft.com/office/drawing/2014/main" id="{766167BD-2E1B-4064-9794-6E8308216508}"/>
              </a:ext>
            </a:extLst>
          </p:cNvPr>
          <p:cNvSpPr>
            <a:spLocks noGrp="1"/>
          </p:cNvSpPr>
          <p:nvPr>
            <p:ph type="body" sz="quarter" idx="13" hasCustomPrompt="1"/>
          </p:nvPr>
        </p:nvSpPr>
        <p:spPr>
          <a:xfrm>
            <a:off x="395289" y="395288"/>
            <a:ext cx="5618162" cy="5091113"/>
          </a:xfrm>
        </p:spPr>
        <p:txBody>
          <a:bodyPr/>
          <a:lstStyle>
            <a:lvl1pPr marL="0" indent="0">
              <a:lnSpc>
                <a:spcPct val="90000"/>
              </a:lnSpc>
              <a:spcBef>
                <a:spcPts val="0"/>
              </a:spcBef>
              <a:spcAft>
                <a:spcPts val="0"/>
              </a:spcAft>
              <a:buFont typeface="Clever Sans OFFC" panose="020B0504050501040104" pitchFamily="34" charset="0"/>
              <a:buChar char="​"/>
              <a:defRPr sz="4400">
                <a:latin typeface="+mn-lt"/>
              </a:defRPr>
            </a:lvl1pPr>
            <a:lvl2pPr marL="0" indent="0">
              <a:lnSpc>
                <a:spcPct val="100000"/>
              </a:lnSpc>
              <a:spcBef>
                <a:spcPts val="0"/>
              </a:spcBef>
              <a:spcAft>
                <a:spcPts val="600"/>
              </a:spcAft>
              <a:buFont typeface="Clever Sans OFFC" panose="020B0504050501040104" pitchFamily="34" charset="0"/>
              <a:buChar char="​"/>
              <a:defRPr sz="4400" b="0">
                <a:latin typeface="+mn-lt"/>
              </a:defRPr>
            </a:lvl2pPr>
            <a:lvl3pPr marL="0" indent="0">
              <a:lnSpc>
                <a:spcPct val="100000"/>
              </a:lnSpc>
              <a:spcBef>
                <a:spcPts val="0"/>
              </a:spcBef>
              <a:spcAft>
                <a:spcPts val="600"/>
              </a:spcAft>
              <a:buFont typeface="Clever Sans OFFC" panose="020B0504050501040104" pitchFamily="34" charset="0"/>
              <a:buChar char="​"/>
              <a:defRPr sz="4400" b="0">
                <a:latin typeface="+mn-lt"/>
              </a:defRPr>
            </a:lvl3pPr>
            <a:lvl4pPr>
              <a:lnSpc>
                <a:spcPct val="100000"/>
              </a:lnSpc>
              <a:spcBef>
                <a:spcPts val="0"/>
              </a:spcBef>
              <a:spcAft>
                <a:spcPts val="600"/>
              </a:spcAft>
              <a:defRPr sz="4400" b="0">
                <a:latin typeface="+mn-lt"/>
              </a:defRPr>
            </a:lvl4pPr>
            <a:lvl5pPr>
              <a:lnSpc>
                <a:spcPct val="100000"/>
              </a:lnSpc>
              <a:spcBef>
                <a:spcPts val="0"/>
              </a:spcBef>
              <a:spcAft>
                <a:spcPts val="600"/>
              </a:spcAft>
              <a:defRPr sz="4400" b="0">
                <a:latin typeface="+mn-lt"/>
              </a:defRPr>
            </a:lvl5pPr>
            <a:lvl6pPr marL="0" indent="0">
              <a:lnSpc>
                <a:spcPct val="100000"/>
              </a:lnSpc>
              <a:spcBef>
                <a:spcPts val="0"/>
              </a:spcBef>
              <a:spcAft>
                <a:spcPts val="600"/>
              </a:spcAft>
              <a:buFont typeface="Clever Sans OFFC" panose="020B0504050501040104" pitchFamily="34" charset="0"/>
              <a:buChar char="​"/>
              <a:defRPr sz="4400" b="0">
                <a:latin typeface="+mn-lt"/>
              </a:defRPr>
            </a:lvl6pPr>
            <a:lvl7pPr>
              <a:lnSpc>
                <a:spcPct val="100000"/>
              </a:lnSpc>
              <a:spcBef>
                <a:spcPts val="0"/>
              </a:spcBef>
              <a:spcAft>
                <a:spcPts val="600"/>
              </a:spcAft>
              <a:defRPr sz="4400" b="0">
                <a:latin typeface="+mn-lt"/>
              </a:defRPr>
            </a:lvl7pPr>
            <a:lvl8pPr>
              <a:lnSpc>
                <a:spcPct val="100000"/>
              </a:lnSpc>
              <a:spcBef>
                <a:spcPts val="0"/>
              </a:spcBef>
              <a:spcAft>
                <a:spcPts val="600"/>
              </a:spcAft>
              <a:defRPr sz="4400" b="0">
                <a:latin typeface="+mn-lt"/>
              </a:defRPr>
            </a:lvl8pPr>
            <a:lvl9pPr>
              <a:lnSpc>
                <a:spcPct val="100000"/>
              </a:lnSpc>
              <a:spcBef>
                <a:spcPts val="0"/>
              </a:spcBef>
              <a:spcAft>
                <a:spcPts val="600"/>
              </a:spcAft>
              <a:defRPr sz="4400" b="0">
                <a:latin typeface="+mn-lt"/>
              </a:defRPr>
            </a:lvl9pPr>
          </a:lstStyle>
          <a:p>
            <a:r>
              <a:rPr lang="da-DK" dirty="0"/>
              <a:t>Citat</a:t>
            </a:r>
          </a:p>
        </p:txBody>
      </p:sp>
      <p:sp>
        <p:nvSpPr>
          <p:cNvPr id="2" name="Date Placeholder 1">
            <a:extLst>
              <a:ext uri="{FF2B5EF4-FFF2-40B4-BE49-F238E27FC236}">
                <a16:creationId xmlns:a16="http://schemas.microsoft.com/office/drawing/2014/main" id="{55BCC952-19AC-0209-74E9-D4A2E3B6C95F}"/>
              </a:ext>
            </a:extLst>
          </p:cNvPr>
          <p:cNvSpPr>
            <a:spLocks noGrp="1"/>
          </p:cNvSpPr>
          <p:nvPr>
            <p:ph type="dt" sz="half" idx="14"/>
          </p:nvPr>
        </p:nvSpPr>
        <p:spPr/>
        <p:txBody>
          <a:bodyPr/>
          <a:lstStyle/>
          <a:p>
            <a:fld id="{727BBD34-DD59-49E1-9776-D67684F06344}" type="datetime4">
              <a:rPr lang="da-DK" smtClean="0"/>
              <a:pPr/>
              <a:t>26-09-23</a:t>
            </a:fld>
            <a:endParaRPr lang="da-DK" dirty="0"/>
          </a:p>
        </p:txBody>
      </p:sp>
      <p:sp>
        <p:nvSpPr>
          <p:cNvPr id="6" name="Footer Placeholder 5">
            <a:extLst>
              <a:ext uri="{FF2B5EF4-FFF2-40B4-BE49-F238E27FC236}">
                <a16:creationId xmlns:a16="http://schemas.microsoft.com/office/drawing/2014/main" id="{A9F48A24-1C7A-F549-ACFE-133BC6B5A658}"/>
              </a:ext>
            </a:extLst>
          </p:cNvPr>
          <p:cNvSpPr>
            <a:spLocks noGrp="1"/>
          </p:cNvSpPr>
          <p:nvPr>
            <p:ph type="ftr" sz="quarter" idx="15"/>
          </p:nvPr>
        </p:nvSpPr>
        <p:spPr/>
        <p:txBody>
          <a:bodyPr/>
          <a:lstStyle/>
          <a:p>
            <a:endParaRPr lang="da-DK" dirty="0"/>
          </a:p>
        </p:txBody>
      </p:sp>
      <p:sp>
        <p:nvSpPr>
          <p:cNvPr id="7" name="Slide Number Placeholder 6">
            <a:extLst>
              <a:ext uri="{FF2B5EF4-FFF2-40B4-BE49-F238E27FC236}">
                <a16:creationId xmlns:a16="http://schemas.microsoft.com/office/drawing/2014/main" id="{AE7D93CA-161D-95DB-1FD3-BA440687BFE7}"/>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da-DK" smtClean="0"/>
              <a:pPr/>
              <a:t>‹#›</a:t>
            </a:fld>
            <a:endParaRPr lang="da-DK" dirty="0"/>
          </a:p>
        </p:txBody>
      </p:sp>
      <p:sp>
        <p:nvSpPr>
          <p:cNvPr id="5" name="Text Placeholder 10">
            <a:extLst>
              <a:ext uri="{FF2B5EF4-FFF2-40B4-BE49-F238E27FC236}">
                <a16:creationId xmlns:a16="http://schemas.microsoft.com/office/drawing/2014/main" id="{6CA45F02-0AC9-922E-6E08-F4B5C088B92C}"/>
              </a:ext>
            </a:extLst>
          </p:cNvPr>
          <p:cNvSpPr>
            <a:spLocks noGrp="1"/>
          </p:cNvSpPr>
          <p:nvPr>
            <p:ph type="body" sz="quarter" idx="20" hasCustomPrompt="1"/>
          </p:nvPr>
        </p:nvSpPr>
        <p:spPr>
          <a:xfrm>
            <a:off x="397456" y="5683260"/>
            <a:ext cx="3690357" cy="201607"/>
          </a:xfrm>
        </p:spPr>
        <p:txBody>
          <a:bodyPr/>
          <a:lstStyle>
            <a:lvl1pPr marL="0" indent="0">
              <a:lnSpc>
                <a:spcPct val="100000"/>
              </a:lnSpc>
              <a:spcAft>
                <a:spcPts val="0"/>
              </a:spcAft>
              <a:buChar char="​"/>
              <a:defRPr sz="1600">
                <a:latin typeface="+mn-lt"/>
              </a:defRPr>
            </a:lvl1pPr>
            <a:lvl2pPr marL="0" indent="0">
              <a:lnSpc>
                <a:spcPct val="100000"/>
              </a:lnSpc>
              <a:spcAft>
                <a:spcPts val="0"/>
              </a:spcAft>
              <a:buChar char="​"/>
              <a:defRPr sz="1600">
                <a:latin typeface="+mn-lt"/>
              </a:defRPr>
            </a:lvl2pPr>
            <a:lvl3pPr marL="0" indent="0">
              <a:lnSpc>
                <a:spcPct val="100000"/>
              </a:lnSpc>
              <a:spcAft>
                <a:spcPts val="0"/>
              </a:spcAft>
              <a:buChar char="​"/>
              <a:defRPr sz="1600">
                <a:latin typeface="+mn-lt"/>
              </a:defRPr>
            </a:lvl3pPr>
            <a:lvl4pPr marL="0" indent="0">
              <a:lnSpc>
                <a:spcPct val="100000"/>
              </a:lnSpc>
              <a:spcAft>
                <a:spcPts val="0"/>
              </a:spcAft>
              <a:buChar char="​"/>
              <a:defRPr sz="1600">
                <a:latin typeface="+mn-lt"/>
              </a:defRPr>
            </a:lvl4pPr>
            <a:lvl5pPr marL="0" indent="0">
              <a:lnSpc>
                <a:spcPct val="100000"/>
              </a:lnSpc>
              <a:spcAft>
                <a:spcPts val="0"/>
              </a:spcAft>
              <a:buChar char="​"/>
              <a:defRPr sz="1600">
                <a:latin typeface="+mn-lt"/>
              </a:defRPr>
            </a:lvl5pPr>
            <a:lvl6pPr marL="0" indent="0">
              <a:lnSpc>
                <a:spcPct val="100000"/>
              </a:lnSpc>
              <a:spcAft>
                <a:spcPts val="0"/>
              </a:spcAft>
              <a:buChar char="​"/>
              <a:defRPr sz="1600">
                <a:latin typeface="+mn-lt"/>
              </a:defRPr>
            </a:lvl6pPr>
            <a:lvl7pPr marL="0" indent="0">
              <a:lnSpc>
                <a:spcPct val="100000"/>
              </a:lnSpc>
              <a:spcAft>
                <a:spcPts val="0"/>
              </a:spcAft>
              <a:buChar char="​"/>
              <a:defRPr sz="1600">
                <a:latin typeface="+mn-lt"/>
              </a:defRPr>
            </a:lvl7pPr>
            <a:lvl8pPr marL="0" indent="0">
              <a:lnSpc>
                <a:spcPct val="100000"/>
              </a:lnSpc>
              <a:spcAft>
                <a:spcPts val="0"/>
              </a:spcAft>
              <a:buChar char="​"/>
              <a:defRPr sz="1600">
                <a:latin typeface="+mn-lt"/>
              </a:defRPr>
            </a:lvl8pPr>
            <a:lvl9pPr marL="0" indent="0">
              <a:lnSpc>
                <a:spcPct val="100000"/>
              </a:lnSpc>
              <a:spcAft>
                <a:spcPts val="0"/>
              </a:spcAft>
              <a:buChar char="​"/>
              <a:defRPr sz="1600">
                <a:latin typeface="+mn-lt"/>
              </a:defRPr>
            </a:lvl9pPr>
          </a:lstStyle>
          <a:p>
            <a:pPr lvl="0"/>
            <a:r>
              <a:rPr lang="da-DK" dirty="0"/>
              <a:t>Fornavn Efternavn</a:t>
            </a:r>
          </a:p>
        </p:txBody>
      </p:sp>
      <p:sp>
        <p:nvSpPr>
          <p:cNvPr id="8" name="Text Placeholder 12">
            <a:extLst>
              <a:ext uri="{FF2B5EF4-FFF2-40B4-BE49-F238E27FC236}">
                <a16:creationId xmlns:a16="http://schemas.microsoft.com/office/drawing/2014/main" id="{89DF7DCF-65AE-1CC0-831F-A26BF91F1A63}"/>
              </a:ext>
            </a:extLst>
          </p:cNvPr>
          <p:cNvSpPr>
            <a:spLocks noGrp="1"/>
          </p:cNvSpPr>
          <p:nvPr>
            <p:ph type="body" sz="quarter" idx="21" hasCustomPrompt="1"/>
          </p:nvPr>
        </p:nvSpPr>
        <p:spPr>
          <a:xfrm>
            <a:off x="395288" y="5926162"/>
            <a:ext cx="3692525" cy="242864"/>
          </a:xfrm>
        </p:spPr>
        <p:txBody>
          <a:bodyPr/>
          <a:lstStyle>
            <a:lvl1pPr marL="0" indent="0">
              <a:lnSpc>
                <a:spcPct val="100000"/>
              </a:lnSpc>
              <a:spcAft>
                <a:spcPts val="0"/>
              </a:spcAft>
              <a:buChar char="​"/>
              <a:defRPr sz="1600">
                <a:latin typeface="+mn-lt"/>
              </a:defRPr>
            </a:lvl1pPr>
            <a:lvl2pPr marL="0" indent="0">
              <a:lnSpc>
                <a:spcPct val="100000"/>
              </a:lnSpc>
              <a:spcAft>
                <a:spcPts val="0"/>
              </a:spcAft>
              <a:buChar char="​"/>
              <a:defRPr sz="1600">
                <a:latin typeface="+mn-lt"/>
              </a:defRPr>
            </a:lvl2pPr>
            <a:lvl3pPr marL="0" indent="0">
              <a:lnSpc>
                <a:spcPct val="100000"/>
              </a:lnSpc>
              <a:spcAft>
                <a:spcPts val="0"/>
              </a:spcAft>
              <a:buChar char="​"/>
              <a:defRPr sz="1600">
                <a:latin typeface="+mn-lt"/>
              </a:defRPr>
            </a:lvl3pPr>
            <a:lvl4pPr marL="0" indent="0">
              <a:lnSpc>
                <a:spcPct val="100000"/>
              </a:lnSpc>
              <a:spcAft>
                <a:spcPts val="0"/>
              </a:spcAft>
              <a:buChar char="​"/>
              <a:defRPr sz="1600">
                <a:latin typeface="+mn-lt"/>
              </a:defRPr>
            </a:lvl4pPr>
            <a:lvl5pPr marL="0" indent="0">
              <a:lnSpc>
                <a:spcPct val="100000"/>
              </a:lnSpc>
              <a:spcAft>
                <a:spcPts val="0"/>
              </a:spcAft>
              <a:buChar char="​"/>
              <a:defRPr sz="1600">
                <a:latin typeface="+mn-lt"/>
              </a:defRPr>
            </a:lvl5pPr>
            <a:lvl6pPr marL="0" indent="0">
              <a:lnSpc>
                <a:spcPct val="100000"/>
              </a:lnSpc>
              <a:spcAft>
                <a:spcPts val="0"/>
              </a:spcAft>
              <a:buChar char="​"/>
              <a:defRPr sz="1600">
                <a:latin typeface="+mn-lt"/>
              </a:defRPr>
            </a:lvl6pPr>
            <a:lvl7pPr marL="0" indent="0">
              <a:lnSpc>
                <a:spcPct val="100000"/>
              </a:lnSpc>
              <a:spcAft>
                <a:spcPts val="0"/>
              </a:spcAft>
              <a:buChar char="​"/>
              <a:defRPr sz="1600">
                <a:latin typeface="+mn-lt"/>
              </a:defRPr>
            </a:lvl7pPr>
            <a:lvl8pPr marL="0" indent="0">
              <a:lnSpc>
                <a:spcPct val="100000"/>
              </a:lnSpc>
              <a:spcAft>
                <a:spcPts val="0"/>
              </a:spcAft>
              <a:buChar char="​"/>
              <a:defRPr sz="1600">
                <a:latin typeface="+mn-lt"/>
              </a:defRPr>
            </a:lvl8pPr>
            <a:lvl9pPr marL="0" indent="0">
              <a:lnSpc>
                <a:spcPct val="100000"/>
              </a:lnSpc>
              <a:spcAft>
                <a:spcPts val="0"/>
              </a:spcAft>
              <a:buChar char="​"/>
              <a:defRPr sz="1600">
                <a:latin typeface="+mn-lt"/>
              </a:defRPr>
            </a:lvl9pPr>
          </a:lstStyle>
          <a:p>
            <a:pPr lvl="0"/>
            <a:r>
              <a:rPr lang="da-DK" dirty="0"/>
              <a:t>Titel, Position</a:t>
            </a:r>
          </a:p>
        </p:txBody>
      </p:sp>
      <p:sp>
        <p:nvSpPr>
          <p:cNvPr id="4" name="Title 1">
            <a:extLst>
              <a:ext uri="{FF2B5EF4-FFF2-40B4-BE49-F238E27FC236}">
                <a16:creationId xmlns:a16="http://schemas.microsoft.com/office/drawing/2014/main" id="{1FCB0F7B-E67B-77F5-987D-AE8F53426F5C}"/>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Citat + foto</a:t>
            </a:r>
          </a:p>
        </p:txBody>
      </p:sp>
    </p:spTree>
    <p:extLst>
      <p:ext uri="{BB962C8B-B14F-4D97-AF65-F5344CB8AC3E}">
        <p14:creationId xmlns:p14="http://schemas.microsoft.com/office/powerpoint/2010/main" val="3881413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D909-49D5-40E7-8A46-904F4218013D}"/>
              </a:ext>
            </a:extLst>
          </p:cNvPr>
          <p:cNvSpPr>
            <a:spLocks noGrp="1"/>
          </p:cNvSpPr>
          <p:nvPr>
            <p:ph type="title" hasCustomPrompt="1"/>
          </p:nvPr>
        </p:nvSpPr>
        <p:spPr>
          <a:xfrm>
            <a:off x="396874" y="395288"/>
            <a:ext cx="6580189" cy="663600"/>
          </a:xfrm>
        </p:spPr>
        <p:txBody>
          <a:bodyPr/>
          <a:lstStyle>
            <a:lvl1pPr>
              <a:lnSpc>
                <a:spcPct val="90000"/>
              </a:lnSpc>
              <a:defRPr/>
            </a:lvl1pPr>
          </a:lstStyle>
          <a:p>
            <a:r>
              <a:rPr lang="da-DK" dirty="0"/>
              <a:t>Titel</a:t>
            </a:r>
          </a:p>
        </p:txBody>
      </p:sp>
      <p:sp>
        <p:nvSpPr>
          <p:cNvPr id="3" name="Date Placeholder 2">
            <a:extLst>
              <a:ext uri="{FF2B5EF4-FFF2-40B4-BE49-F238E27FC236}">
                <a16:creationId xmlns:a16="http://schemas.microsoft.com/office/drawing/2014/main" id="{567012D6-48ED-4B03-85DE-25086AACDB85}"/>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Footer Placeholder 3">
            <a:extLst>
              <a:ext uri="{FF2B5EF4-FFF2-40B4-BE49-F238E27FC236}">
                <a16:creationId xmlns:a16="http://schemas.microsoft.com/office/drawing/2014/main" id="{E57AB716-0309-754C-0B7E-73C48AD71CAD}"/>
              </a:ext>
            </a:extLst>
          </p:cNvPr>
          <p:cNvSpPr>
            <a:spLocks noGrp="1"/>
          </p:cNvSpPr>
          <p:nvPr>
            <p:ph type="ftr" sz="quarter" idx="11"/>
          </p:nvPr>
        </p:nvSpPr>
        <p:spPr/>
        <p:txBody>
          <a:bodyPr/>
          <a:lstStyle/>
          <a:p>
            <a:endParaRPr lang="da-DK" dirty="0"/>
          </a:p>
        </p:txBody>
      </p:sp>
      <p:sp>
        <p:nvSpPr>
          <p:cNvPr id="5" name="Slide Number Placeholder 4">
            <a:extLst>
              <a:ext uri="{FF2B5EF4-FFF2-40B4-BE49-F238E27FC236}">
                <a16:creationId xmlns:a16="http://schemas.microsoft.com/office/drawing/2014/main" id="{CC321AA5-6588-9A37-5A5C-D63E7CD1804C}"/>
              </a:ext>
            </a:extLst>
          </p:cNvPr>
          <p:cNvSpPr>
            <a:spLocks noGrp="1"/>
          </p:cNvSpPr>
          <p:nvPr>
            <p:ph type="sldNum" sz="quarter" idx="12"/>
          </p:nvPr>
        </p:nvSpPr>
        <p:spPr/>
        <p:txBody>
          <a:bodyPr/>
          <a:lstStyle/>
          <a:p>
            <a:fld id="{23AA811B-2EBD-4900-905E-5BE206449611}" type="slidenum">
              <a:rPr lang="da-DK" smtClean="0"/>
              <a:pPr/>
              <a:t>‹#›</a:t>
            </a:fld>
            <a:endParaRPr lang="da-DK" dirty="0"/>
          </a:p>
        </p:txBody>
      </p:sp>
      <p:sp>
        <p:nvSpPr>
          <p:cNvPr id="24" name="Title 1">
            <a:extLst>
              <a:ext uri="{FF2B5EF4-FFF2-40B4-BE49-F238E27FC236}">
                <a16:creationId xmlns:a16="http://schemas.microsoft.com/office/drawing/2014/main" id="{66F8E9F8-2734-BE09-1AD2-5630510C5EED}"/>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Titel</a:t>
            </a:r>
          </a:p>
        </p:txBody>
      </p:sp>
    </p:spTree>
    <p:extLst>
      <p:ext uri="{BB962C8B-B14F-4D97-AF65-F5344CB8AC3E}">
        <p14:creationId xmlns:p14="http://schemas.microsoft.com/office/powerpoint/2010/main" val="34508886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2">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DEF7615D-464A-753D-7B75-02D5670803B6}"/>
              </a:ext>
            </a:extLst>
          </p:cNvPr>
          <p:cNvSpPr/>
          <p:nvPr userDrawn="1"/>
        </p:nvSpPr>
        <p:spPr bwMode="white">
          <a:xfrm>
            <a:off x="0" y="0"/>
            <a:ext cx="121932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2" name="Title 1">
            <a:extLst>
              <a:ext uri="{FF2B5EF4-FFF2-40B4-BE49-F238E27FC236}">
                <a16:creationId xmlns:a16="http://schemas.microsoft.com/office/drawing/2014/main" id="{24C9D909-49D5-40E7-8A46-904F4218013D}"/>
              </a:ext>
            </a:extLst>
          </p:cNvPr>
          <p:cNvSpPr>
            <a:spLocks noGrp="1"/>
          </p:cNvSpPr>
          <p:nvPr>
            <p:ph type="title" hasCustomPrompt="1"/>
          </p:nvPr>
        </p:nvSpPr>
        <p:spPr>
          <a:xfrm>
            <a:off x="396874" y="395288"/>
            <a:ext cx="6580189" cy="663600"/>
          </a:xfrm>
        </p:spPr>
        <p:txBody>
          <a:bodyPr/>
          <a:lstStyle>
            <a:lvl1pPr>
              <a:lnSpc>
                <a:spcPct val="90000"/>
              </a:lnSpc>
              <a:defRPr>
                <a:solidFill>
                  <a:schemeClr val="bg1"/>
                </a:solidFill>
              </a:defRPr>
            </a:lvl1pPr>
          </a:lstStyle>
          <a:p>
            <a:r>
              <a:rPr lang="da-DK" dirty="0"/>
              <a:t>Titel</a:t>
            </a:r>
          </a:p>
        </p:txBody>
      </p:sp>
      <p:sp>
        <p:nvSpPr>
          <p:cNvPr id="3" name="Date Placeholder 2">
            <a:extLst>
              <a:ext uri="{FF2B5EF4-FFF2-40B4-BE49-F238E27FC236}">
                <a16:creationId xmlns:a16="http://schemas.microsoft.com/office/drawing/2014/main" id="{567012D6-48ED-4B03-85DE-25086AACDB85}"/>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Footer Placeholder 3">
            <a:extLst>
              <a:ext uri="{FF2B5EF4-FFF2-40B4-BE49-F238E27FC236}">
                <a16:creationId xmlns:a16="http://schemas.microsoft.com/office/drawing/2014/main" id="{E57AB716-0309-754C-0B7E-73C48AD71CAD}"/>
              </a:ext>
            </a:extLst>
          </p:cNvPr>
          <p:cNvSpPr>
            <a:spLocks noGrp="1"/>
          </p:cNvSpPr>
          <p:nvPr>
            <p:ph type="ftr" sz="quarter" idx="11"/>
          </p:nvPr>
        </p:nvSpPr>
        <p:spPr/>
        <p:txBody>
          <a:bodyPr/>
          <a:lstStyle/>
          <a:p>
            <a:endParaRPr lang="da-DK" dirty="0"/>
          </a:p>
        </p:txBody>
      </p:sp>
      <p:sp>
        <p:nvSpPr>
          <p:cNvPr id="5" name="Slide Number Placeholder 4">
            <a:extLst>
              <a:ext uri="{FF2B5EF4-FFF2-40B4-BE49-F238E27FC236}">
                <a16:creationId xmlns:a16="http://schemas.microsoft.com/office/drawing/2014/main" id="{CC321AA5-6588-9A37-5A5C-D63E7CD1804C}"/>
              </a:ext>
            </a:extLst>
          </p:cNvPr>
          <p:cNvSpPr>
            <a:spLocks noGrp="1"/>
          </p:cNvSpPr>
          <p:nvPr>
            <p:ph type="sldNum" sz="quarter" idx="12"/>
          </p:nvPr>
        </p:nvSpPr>
        <p:spPr/>
        <p:txBody>
          <a:bodyPr/>
          <a:lstStyle/>
          <a:p>
            <a:fld id="{23AA811B-2EBD-4900-905E-5BE206449611}" type="slidenum">
              <a:rPr lang="da-DK" smtClean="0"/>
              <a:pPr/>
              <a:t>‹#›</a:t>
            </a:fld>
            <a:endParaRPr lang="da-DK" dirty="0"/>
          </a:p>
        </p:txBody>
      </p:sp>
      <p:sp>
        <p:nvSpPr>
          <p:cNvPr id="24" name="Title 1">
            <a:extLst>
              <a:ext uri="{FF2B5EF4-FFF2-40B4-BE49-F238E27FC236}">
                <a16:creationId xmlns:a16="http://schemas.microsoft.com/office/drawing/2014/main" id="{66F8E9F8-2734-BE09-1AD2-5630510C5EED}"/>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Titel</a:t>
            </a:r>
          </a:p>
        </p:txBody>
      </p:sp>
      <p:sp>
        <p:nvSpPr>
          <p:cNvPr id="8" name="5th element" descr=" ">
            <a:extLst>
              <a:ext uri="{FF2B5EF4-FFF2-40B4-BE49-F238E27FC236}">
                <a16:creationId xmlns:a16="http://schemas.microsoft.com/office/drawing/2014/main" id="{DC3ABF25-846E-6C87-872C-ABB44B4A42E2}"/>
              </a:ext>
            </a:extLst>
          </p:cNvPr>
          <p:cNvSpPr/>
          <p:nvPr userDrawn="1"/>
        </p:nvSpPr>
        <p:spPr>
          <a:xfrm>
            <a:off x="396000" y="6395662"/>
            <a:ext cx="207711" cy="221051"/>
          </a:xfrm>
          <a:custGeom>
            <a:avLst/>
            <a:gdLst>
              <a:gd name="connsiteX0" fmla="*/ 109836 w 207711"/>
              <a:gd name="connsiteY0" fmla="*/ 152989 h 221051"/>
              <a:gd name="connsiteX1" fmla="*/ 134199 w 207711"/>
              <a:gd name="connsiteY1" fmla="*/ 162957 h 221051"/>
              <a:gd name="connsiteX2" fmla="*/ 134199 w 207711"/>
              <a:gd name="connsiteY2" fmla="*/ 211085 h 221051"/>
              <a:gd name="connsiteX3" fmla="*/ 85474 w 207711"/>
              <a:gd name="connsiteY3" fmla="*/ 211085 h 221051"/>
              <a:gd name="connsiteX4" fmla="*/ 85474 w 207711"/>
              <a:gd name="connsiteY4" fmla="*/ 162957 h 221051"/>
              <a:gd name="connsiteX5" fmla="*/ 109836 w 207711"/>
              <a:gd name="connsiteY5" fmla="*/ 152989 h 221051"/>
              <a:gd name="connsiteX6" fmla="*/ 182961 w 207711"/>
              <a:gd name="connsiteY6" fmla="*/ 139441 h 221051"/>
              <a:gd name="connsiteX7" fmla="*/ 207041 w 207711"/>
              <a:gd name="connsiteY7" fmla="*/ 153246 h 221051"/>
              <a:gd name="connsiteX8" fmla="*/ 193066 w 207711"/>
              <a:gd name="connsiteY8" fmla="*/ 177030 h 221051"/>
              <a:gd name="connsiteX9" fmla="*/ 168986 w 207711"/>
              <a:gd name="connsiteY9" fmla="*/ 163226 h 221051"/>
              <a:gd name="connsiteX10" fmla="*/ 182961 w 207711"/>
              <a:gd name="connsiteY10" fmla="*/ 139441 h 221051"/>
              <a:gd name="connsiteX11" fmla="*/ 39377 w 207711"/>
              <a:gd name="connsiteY11" fmla="*/ 71631 h 221051"/>
              <a:gd name="connsiteX12" fmla="*/ 78753 w 207711"/>
              <a:gd name="connsiteY12" fmla="*/ 110525 h 221051"/>
              <a:gd name="connsiteX13" fmla="*/ 39377 w 207711"/>
              <a:gd name="connsiteY13" fmla="*/ 149419 h 221051"/>
              <a:gd name="connsiteX14" fmla="*/ 0 w 207711"/>
              <a:gd name="connsiteY14" fmla="*/ 110525 h 221051"/>
              <a:gd name="connsiteX15" fmla="*/ 39377 w 207711"/>
              <a:gd name="connsiteY15" fmla="*/ 71631 h 221051"/>
              <a:gd name="connsiteX16" fmla="*/ 195554 w 207711"/>
              <a:gd name="connsiteY16" fmla="*/ 44851 h 221051"/>
              <a:gd name="connsiteX17" fmla="*/ 206208 w 207711"/>
              <a:gd name="connsiteY17" fmla="*/ 55375 h 221051"/>
              <a:gd name="connsiteX18" fmla="*/ 195554 w 207711"/>
              <a:gd name="connsiteY18" fmla="*/ 80781 h 221051"/>
              <a:gd name="connsiteX19" fmla="*/ 169832 w 207711"/>
              <a:gd name="connsiteY19" fmla="*/ 70258 h 221051"/>
              <a:gd name="connsiteX20" fmla="*/ 180486 w 207711"/>
              <a:gd name="connsiteY20" fmla="*/ 44851 h 221051"/>
              <a:gd name="connsiteX21" fmla="*/ 195554 w 207711"/>
              <a:gd name="connsiteY21" fmla="*/ 44851 h 221051"/>
              <a:gd name="connsiteX22" fmla="*/ 109836 w 207711"/>
              <a:gd name="connsiteY22" fmla="*/ 0 h 221051"/>
              <a:gd name="connsiteX23" fmla="*/ 134199 w 207711"/>
              <a:gd name="connsiteY23" fmla="*/ 9968 h 221051"/>
              <a:gd name="connsiteX24" fmla="*/ 134199 w 207711"/>
              <a:gd name="connsiteY24" fmla="*/ 58095 h 221051"/>
              <a:gd name="connsiteX25" fmla="*/ 85474 w 207711"/>
              <a:gd name="connsiteY25" fmla="*/ 58095 h 221051"/>
              <a:gd name="connsiteX26" fmla="*/ 85474 w 207711"/>
              <a:gd name="connsiteY26" fmla="*/ 9968 h 221051"/>
              <a:gd name="connsiteX27" fmla="*/ 109836 w 207711"/>
              <a:gd name="connsiteY27" fmla="*/ 0 h 22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7711" h="221051">
                <a:moveTo>
                  <a:pt x="109836" y="152989"/>
                </a:moveTo>
                <a:cubicBezTo>
                  <a:pt x="118654" y="152989"/>
                  <a:pt x="127471" y="156312"/>
                  <a:pt x="134199" y="162957"/>
                </a:cubicBezTo>
                <a:cubicBezTo>
                  <a:pt x="147654" y="176246"/>
                  <a:pt x="147654" y="197794"/>
                  <a:pt x="134199" y="211085"/>
                </a:cubicBezTo>
                <a:cubicBezTo>
                  <a:pt x="120743" y="224374"/>
                  <a:pt x="98930" y="224374"/>
                  <a:pt x="85474" y="211085"/>
                </a:cubicBezTo>
                <a:cubicBezTo>
                  <a:pt x="72019" y="197794"/>
                  <a:pt x="72019" y="176246"/>
                  <a:pt x="85474" y="162957"/>
                </a:cubicBezTo>
                <a:cubicBezTo>
                  <a:pt x="92202" y="156312"/>
                  <a:pt x="101019" y="152989"/>
                  <a:pt x="109836" y="152989"/>
                </a:cubicBezTo>
                <a:close/>
                <a:moveTo>
                  <a:pt x="182961" y="139441"/>
                </a:moveTo>
                <a:cubicBezTo>
                  <a:pt x="193469" y="136685"/>
                  <a:pt x="204250" y="142866"/>
                  <a:pt x="207041" y="153246"/>
                </a:cubicBezTo>
                <a:cubicBezTo>
                  <a:pt x="209831" y="163625"/>
                  <a:pt x="203574" y="174274"/>
                  <a:pt x="193066" y="177030"/>
                </a:cubicBezTo>
                <a:cubicBezTo>
                  <a:pt x="182557" y="179786"/>
                  <a:pt x="171776" y="173605"/>
                  <a:pt x="168986" y="163226"/>
                </a:cubicBezTo>
                <a:cubicBezTo>
                  <a:pt x="166196" y="152846"/>
                  <a:pt x="172452" y="142198"/>
                  <a:pt x="182961" y="139441"/>
                </a:cubicBezTo>
                <a:close/>
                <a:moveTo>
                  <a:pt x="39377" y="71631"/>
                </a:moveTo>
                <a:cubicBezTo>
                  <a:pt x="61124" y="71631"/>
                  <a:pt x="78753" y="89045"/>
                  <a:pt x="78753" y="110525"/>
                </a:cubicBezTo>
                <a:cubicBezTo>
                  <a:pt x="78753" y="132006"/>
                  <a:pt x="61124" y="149419"/>
                  <a:pt x="39377" y="149419"/>
                </a:cubicBezTo>
                <a:cubicBezTo>
                  <a:pt x="17630" y="149419"/>
                  <a:pt x="0" y="132006"/>
                  <a:pt x="0" y="110525"/>
                </a:cubicBezTo>
                <a:cubicBezTo>
                  <a:pt x="0" y="89045"/>
                  <a:pt x="17630" y="71631"/>
                  <a:pt x="39377" y="71631"/>
                </a:cubicBezTo>
                <a:close/>
                <a:moveTo>
                  <a:pt x="195554" y="44851"/>
                </a:moveTo>
                <a:cubicBezTo>
                  <a:pt x="200208" y="46755"/>
                  <a:pt x="204127" y="50414"/>
                  <a:pt x="206208" y="55375"/>
                </a:cubicBezTo>
                <a:cubicBezTo>
                  <a:pt x="210369" y="65297"/>
                  <a:pt x="205599" y="76671"/>
                  <a:pt x="195554" y="80781"/>
                </a:cubicBezTo>
                <a:cubicBezTo>
                  <a:pt x="185509" y="84891"/>
                  <a:pt x="173993" y="80179"/>
                  <a:pt x="169832" y="70258"/>
                </a:cubicBezTo>
                <a:cubicBezTo>
                  <a:pt x="165671" y="60336"/>
                  <a:pt x="170441" y="48961"/>
                  <a:pt x="180486" y="44851"/>
                </a:cubicBezTo>
                <a:cubicBezTo>
                  <a:pt x="185509" y="42796"/>
                  <a:pt x="190899" y="42947"/>
                  <a:pt x="195554" y="44851"/>
                </a:cubicBezTo>
                <a:close/>
                <a:moveTo>
                  <a:pt x="109836" y="0"/>
                </a:moveTo>
                <a:cubicBezTo>
                  <a:pt x="118654" y="0"/>
                  <a:pt x="127471" y="3323"/>
                  <a:pt x="134199" y="9968"/>
                </a:cubicBezTo>
                <a:cubicBezTo>
                  <a:pt x="147654" y="23258"/>
                  <a:pt x="147654" y="44805"/>
                  <a:pt x="134199" y="58095"/>
                </a:cubicBezTo>
                <a:cubicBezTo>
                  <a:pt x="120743" y="71385"/>
                  <a:pt x="98930" y="71385"/>
                  <a:pt x="85474" y="58095"/>
                </a:cubicBezTo>
                <a:cubicBezTo>
                  <a:pt x="72019" y="44805"/>
                  <a:pt x="72019" y="23258"/>
                  <a:pt x="85474" y="9968"/>
                </a:cubicBezTo>
                <a:cubicBezTo>
                  <a:pt x="92202" y="3323"/>
                  <a:pt x="101019" y="0"/>
                  <a:pt x="109836" y="0"/>
                </a:cubicBezTo>
                <a:close/>
              </a:path>
            </a:pathLst>
          </a:custGeom>
          <a:solidFill>
            <a:schemeClr val="bg1"/>
          </a:solidFill>
          <a:ln w="12665" cap="flat">
            <a:noFill/>
            <a:prstDash val="solid"/>
            <a:miter/>
          </a:ln>
        </p:spPr>
        <p:txBody>
          <a:bodyPr rtlCol="0" anchor="ctr"/>
          <a:lstStyle/>
          <a:p>
            <a:endParaRPr lang="da-DK" dirty="0"/>
          </a:p>
        </p:txBody>
      </p:sp>
    </p:spTree>
    <p:extLst>
      <p:ext uri="{BB962C8B-B14F-4D97-AF65-F5344CB8AC3E}">
        <p14:creationId xmlns:p14="http://schemas.microsoft.com/office/powerpoint/2010/main" val="39854153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 3 kasser">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A864F46F-F519-D52E-F8E3-C5760EEF0602}"/>
              </a:ext>
            </a:extLst>
          </p:cNvPr>
          <p:cNvSpPr/>
          <p:nvPr userDrawn="1"/>
        </p:nvSpPr>
        <p:spPr>
          <a:xfrm>
            <a:off x="8102600" y="1834856"/>
            <a:ext cx="3692413" cy="3197633"/>
          </a:xfrm>
          <a:prstGeom prst="rect">
            <a:avLst/>
          </a:prstGeom>
          <a:solidFill>
            <a:srgbClr val="D0CBC7">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1600" noProof="0" dirty="0"/>
          </a:p>
        </p:txBody>
      </p:sp>
      <p:sp>
        <p:nvSpPr>
          <p:cNvPr id="8" name="Rektangel 7">
            <a:extLst>
              <a:ext uri="{FF2B5EF4-FFF2-40B4-BE49-F238E27FC236}">
                <a16:creationId xmlns:a16="http://schemas.microsoft.com/office/drawing/2014/main" id="{6E3DAD7B-4285-EFF3-4DC3-1FB54F7C2672}"/>
              </a:ext>
            </a:extLst>
          </p:cNvPr>
          <p:cNvSpPr/>
          <p:nvPr userDrawn="1"/>
        </p:nvSpPr>
        <p:spPr>
          <a:xfrm>
            <a:off x="4249738" y="1834856"/>
            <a:ext cx="3692413" cy="3197633"/>
          </a:xfrm>
          <a:prstGeom prst="rect">
            <a:avLst/>
          </a:prstGeom>
          <a:solidFill>
            <a:srgbClr val="D0CBC7">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1600" noProof="0" dirty="0"/>
          </a:p>
        </p:txBody>
      </p:sp>
      <p:sp>
        <p:nvSpPr>
          <p:cNvPr id="2" name="Title 1">
            <a:extLst>
              <a:ext uri="{FF2B5EF4-FFF2-40B4-BE49-F238E27FC236}">
                <a16:creationId xmlns:a16="http://schemas.microsoft.com/office/drawing/2014/main" id="{24C9D909-49D5-40E7-8A46-904F4218013D}"/>
              </a:ext>
            </a:extLst>
          </p:cNvPr>
          <p:cNvSpPr>
            <a:spLocks noGrp="1"/>
          </p:cNvSpPr>
          <p:nvPr>
            <p:ph type="title" hasCustomPrompt="1"/>
          </p:nvPr>
        </p:nvSpPr>
        <p:spPr>
          <a:xfrm>
            <a:off x="396874" y="395288"/>
            <a:ext cx="6580189" cy="663600"/>
          </a:xfrm>
        </p:spPr>
        <p:txBody>
          <a:bodyPr/>
          <a:lstStyle>
            <a:lvl1pPr>
              <a:lnSpc>
                <a:spcPct val="90000"/>
              </a:lnSpc>
              <a:defRPr/>
            </a:lvl1pPr>
          </a:lstStyle>
          <a:p>
            <a:r>
              <a:rPr lang="da-DK" dirty="0"/>
              <a:t>Titel</a:t>
            </a:r>
          </a:p>
        </p:txBody>
      </p:sp>
      <p:sp>
        <p:nvSpPr>
          <p:cNvPr id="3" name="Date Placeholder 2">
            <a:extLst>
              <a:ext uri="{FF2B5EF4-FFF2-40B4-BE49-F238E27FC236}">
                <a16:creationId xmlns:a16="http://schemas.microsoft.com/office/drawing/2014/main" id="{567012D6-48ED-4B03-85DE-25086AACDB85}"/>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Footer Placeholder 3">
            <a:extLst>
              <a:ext uri="{FF2B5EF4-FFF2-40B4-BE49-F238E27FC236}">
                <a16:creationId xmlns:a16="http://schemas.microsoft.com/office/drawing/2014/main" id="{E57AB716-0309-754C-0B7E-73C48AD71CAD}"/>
              </a:ext>
            </a:extLst>
          </p:cNvPr>
          <p:cNvSpPr>
            <a:spLocks noGrp="1"/>
          </p:cNvSpPr>
          <p:nvPr>
            <p:ph type="ftr" sz="quarter" idx="11"/>
          </p:nvPr>
        </p:nvSpPr>
        <p:spPr/>
        <p:txBody>
          <a:bodyPr/>
          <a:lstStyle/>
          <a:p>
            <a:endParaRPr lang="da-DK" dirty="0"/>
          </a:p>
        </p:txBody>
      </p:sp>
      <p:sp>
        <p:nvSpPr>
          <p:cNvPr id="5" name="Slide Number Placeholder 4">
            <a:extLst>
              <a:ext uri="{FF2B5EF4-FFF2-40B4-BE49-F238E27FC236}">
                <a16:creationId xmlns:a16="http://schemas.microsoft.com/office/drawing/2014/main" id="{CC321AA5-6588-9A37-5A5C-D63E7CD1804C}"/>
              </a:ext>
            </a:extLst>
          </p:cNvPr>
          <p:cNvSpPr>
            <a:spLocks noGrp="1"/>
          </p:cNvSpPr>
          <p:nvPr>
            <p:ph type="sldNum" sz="quarter" idx="12"/>
          </p:nvPr>
        </p:nvSpPr>
        <p:spPr/>
        <p:txBody>
          <a:bodyPr/>
          <a:lstStyle/>
          <a:p>
            <a:fld id="{23AA811B-2EBD-4900-905E-5BE206449611}" type="slidenum">
              <a:rPr lang="da-DK" smtClean="0"/>
              <a:pPr/>
              <a:t>‹#›</a:t>
            </a:fld>
            <a:endParaRPr lang="da-DK" dirty="0"/>
          </a:p>
        </p:txBody>
      </p:sp>
      <p:sp>
        <p:nvSpPr>
          <p:cNvPr id="7" name="Title 1">
            <a:extLst>
              <a:ext uri="{FF2B5EF4-FFF2-40B4-BE49-F238E27FC236}">
                <a16:creationId xmlns:a16="http://schemas.microsoft.com/office/drawing/2014/main" id="{4B964137-5B8A-F803-BED7-0CB16668A1FA}"/>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Titel + 3 kasser</a:t>
            </a:r>
          </a:p>
        </p:txBody>
      </p:sp>
      <p:sp>
        <p:nvSpPr>
          <p:cNvPr id="9" name="Rektangel 8">
            <a:extLst>
              <a:ext uri="{FF2B5EF4-FFF2-40B4-BE49-F238E27FC236}">
                <a16:creationId xmlns:a16="http://schemas.microsoft.com/office/drawing/2014/main" id="{665B527F-7C40-4609-320A-7AB68660B1E0}"/>
              </a:ext>
            </a:extLst>
          </p:cNvPr>
          <p:cNvSpPr/>
          <p:nvPr userDrawn="1"/>
        </p:nvSpPr>
        <p:spPr>
          <a:xfrm>
            <a:off x="395287" y="1834856"/>
            <a:ext cx="3692525" cy="3197633"/>
          </a:xfrm>
          <a:prstGeom prst="rect">
            <a:avLst/>
          </a:prstGeom>
          <a:solidFill>
            <a:srgbClr val="F5F4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1600" noProof="0" dirty="0"/>
          </a:p>
        </p:txBody>
      </p:sp>
      <p:sp>
        <p:nvSpPr>
          <p:cNvPr id="10" name="Content Placeholder 2">
            <a:extLst>
              <a:ext uri="{FF2B5EF4-FFF2-40B4-BE49-F238E27FC236}">
                <a16:creationId xmlns:a16="http://schemas.microsoft.com/office/drawing/2014/main" id="{4DAA66FA-764A-8AA3-E94A-21885A259425}"/>
              </a:ext>
            </a:extLst>
          </p:cNvPr>
          <p:cNvSpPr>
            <a:spLocks noGrp="1"/>
          </p:cNvSpPr>
          <p:nvPr>
            <p:ph type="body" idx="21" hasCustomPrompt="1"/>
          </p:nvPr>
        </p:nvSpPr>
        <p:spPr>
          <a:xfrm>
            <a:off x="796332" y="3586499"/>
            <a:ext cx="2890434" cy="1055243"/>
          </a:xfrm>
        </p:spPr>
        <p:txBody>
          <a:bodyPr vert="horz" lIns="0" tIns="0" rIns="0" bIns="0" rtlCol="0">
            <a:noAutofit/>
          </a:bodyPr>
          <a:lstStyle>
            <a:lvl1pPr marL="0" indent="0" algn="ctr">
              <a:buNone/>
              <a:defRPr lang="en-GB" noProof="0" dirty="0"/>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11" name="Content Placeholder 2">
            <a:extLst>
              <a:ext uri="{FF2B5EF4-FFF2-40B4-BE49-F238E27FC236}">
                <a16:creationId xmlns:a16="http://schemas.microsoft.com/office/drawing/2014/main" id="{761898F6-E72B-14E8-79A4-C97BFB780E8F}"/>
              </a:ext>
            </a:extLst>
          </p:cNvPr>
          <p:cNvSpPr>
            <a:spLocks noGrp="1"/>
          </p:cNvSpPr>
          <p:nvPr>
            <p:ph type="body" idx="22" hasCustomPrompt="1"/>
          </p:nvPr>
        </p:nvSpPr>
        <p:spPr>
          <a:xfrm>
            <a:off x="796332" y="2495227"/>
            <a:ext cx="2890434" cy="862571"/>
          </a:xfrm>
        </p:spPr>
        <p:txBody>
          <a:bodyPr vert="horz" lIns="0" tIns="0" rIns="0" bIns="0" rtlCol="0" anchor="b">
            <a:normAutofit/>
          </a:bodyPr>
          <a:lstStyle>
            <a:lvl1pPr marL="0" indent="0" algn="ctr">
              <a:buNone/>
              <a:defRPr lang="en-GB" sz="4000" noProof="0" dirty="0">
                <a:latin typeface="+mj-lt"/>
              </a:defRPr>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20" name="Content Placeholder 2">
            <a:extLst>
              <a:ext uri="{FF2B5EF4-FFF2-40B4-BE49-F238E27FC236}">
                <a16:creationId xmlns:a16="http://schemas.microsoft.com/office/drawing/2014/main" id="{977412C5-D8F6-F3AE-077E-D1E156D0141E}"/>
              </a:ext>
            </a:extLst>
          </p:cNvPr>
          <p:cNvSpPr>
            <a:spLocks noGrp="1"/>
          </p:cNvSpPr>
          <p:nvPr>
            <p:ph type="body" idx="23" hasCustomPrompt="1"/>
          </p:nvPr>
        </p:nvSpPr>
        <p:spPr>
          <a:xfrm>
            <a:off x="4650727" y="3586499"/>
            <a:ext cx="2890434" cy="1055243"/>
          </a:xfrm>
        </p:spPr>
        <p:txBody>
          <a:bodyPr vert="horz" lIns="0" tIns="0" rIns="0" bIns="0" rtlCol="0">
            <a:noAutofit/>
          </a:bodyPr>
          <a:lstStyle>
            <a:lvl1pPr marL="0" indent="0" algn="ctr">
              <a:buNone/>
              <a:defRPr lang="en-GB" noProof="0" dirty="0"/>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21" name="Content Placeholder 2">
            <a:extLst>
              <a:ext uri="{FF2B5EF4-FFF2-40B4-BE49-F238E27FC236}">
                <a16:creationId xmlns:a16="http://schemas.microsoft.com/office/drawing/2014/main" id="{CE2F788D-4017-F1A2-D795-175AFD529C94}"/>
              </a:ext>
            </a:extLst>
          </p:cNvPr>
          <p:cNvSpPr>
            <a:spLocks noGrp="1"/>
          </p:cNvSpPr>
          <p:nvPr>
            <p:ph type="body" idx="24" hasCustomPrompt="1"/>
          </p:nvPr>
        </p:nvSpPr>
        <p:spPr>
          <a:xfrm>
            <a:off x="4650727" y="2495227"/>
            <a:ext cx="2890434" cy="862571"/>
          </a:xfrm>
        </p:spPr>
        <p:txBody>
          <a:bodyPr vert="horz" lIns="0" tIns="0" rIns="0" bIns="0" rtlCol="0" anchor="b">
            <a:normAutofit/>
          </a:bodyPr>
          <a:lstStyle>
            <a:lvl1pPr marL="0" indent="0" algn="ctr">
              <a:buNone/>
              <a:defRPr lang="en-GB" sz="4000" noProof="0" dirty="0">
                <a:latin typeface="+mj-lt"/>
              </a:defRPr>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24" name="Content Placeholder 2">
            <a:extLst>
              <a:ext uri="{FF2B5EF4-FFF2-40B4-BE49-F238E27FC236}">
                <a16:creationId xmlns:a16="http://schemas.microsoft.com/office/drawing/2014/main" id="{7205DC0B-EA98-74A3-46AF-1C9D9AE78012}"/>
              </a:ext>
            </a:extLst>
          </p:cNvPr>
          <p:cNvSpPr>
            <a:spLocks noGrp="1"/>
          </p:cNvSpPr>
          <p:nvPr>
            <p:ph type="body" idx="25" hasCustomPrompt="1"/>
          </p:nvPr>
        </p:nvSpPr>
        <p:spPr>
          <a:xfrm>
            <a:off x="8503589" y="3586499"/>
            <a:ext cx="2890434" cy="1055243"/>
          </a:xfrm>
        </p:spPr>
        <p:txBody>
          <a:bodyPr vert="horz" lIns="0" tIns="0" rIns="0" bIns="0" rtlCol="0">
            <a:noAutofit/>
          </a:bodyPr>
          <a:lstStyle>
            <a:lvl1pPr marL="0" indent="0" algn="ctr">
              <a:buNone/>
              <a:defRPr lang="en-GB" noProof="0" dirty="0"/>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25" name="Content Placeholder 2">
            <a:extLst>
              <a:ext uri="{FF2B5EF4-FFF2-40B4-BE49-F238E27FC236}">
                <a16:creationId xmlns:a16="http://schemas.microsoft.com/office/drawing/2014/main" id="{6C95CCC0-A366-053C-D320-47919DD2C167}"/>
              </a:ext>
            </a:extLst>
          </p:cNvPr>
          <p:cNvSpPr>
            <a:spLocks noGrp="1"/>
          </p:cNvSpPr>
          <p:nvPr>
            <p:ph type="body" idx="26" hasCustomPrompt="1"/>
          </p:nvPr>
        </p:nvSpPr>
        <p:spPr>
          <a:xfrm>
            <a:off x="8503589" y="2495227"/>
            <a:ext cx="2890434" cy="862571"/>
          </a:xfrm>
        </p:spPr>
        <p:txBody>
          <a:bodyPr vert="horz" lIns="0" tIns="0" rIns="0" bIns="0" rtlCol="0" anchor="b">
            <a:normAutofit/>
          </a:bodyPr>
          <a:lstStyle>
            <a:lvl1pPr marL="0" indent="0" algn="ctr">
              <a:buNone/>
              <a:defRPr lang="en-GB" sz="4000" noProof="0" dirty="0">
                <a:latin typeface="+mj-lt"/>
              </a:defRPr>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Tree>
    <p:extLst>
      <p:ext uri="{BB962C8B-B14F-4D97-AF65-F5344CB8AC3E}">
        <p14:creationId xmlns:p14="http://schemas.microsoft.com/office/powerpoint/2010/main" val="4108884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 4 kasser">
    <p:spTree>
      <p:nvGrpSpPr>
        <p:cNvPr id="1" name=""/>
        <p:cNvGrpSpPr/>
        <p:nvPr/>
      </p:nvGrpSpPr>
      <p:grpSpPr>
        <a:xfrm>
          <a:off x="0" y="0"/>
          <a:ext cx="0" cy="0"/>
          <a:chOff x="0" y="0"/>
          <a:chExt cx="0" cy="0"/>
        </a:xfrm>
      </p:grpSpPr>
      <p:sp>
        <p:nvSpPr>
          <p:cNvPr id="11" name="Rektangel 10">
            <a:extLst>
              <a:ext uri="{FF2B5EF4-FFF2-40B4-BE49-F238E27FC236}">
                <a16:creationId xmlns:a16="http://schemas.microsoft.com/office/drawing/2014/main" id="{A54E06FB-FEF7-3858-E035-ABF69668AEE1}"/>
              </a:ext>
            </a:extLst>
          </p:cNvPr>
          <p:cNvSpPr/>
          <p:nvPr userDrawn="1"/>
        </p:nvSpPr>
        <p:spPr>
          <a:xfrm>
            <a:off x="6178168" y="1834856"/>
            <a:ext cx="2728800" cy="3197633"/>
          </a:xfrm>
          <a:prstGeom prst="rect">
            <a:avLst/>
          </a:prstGeom>
          <a:solidFill>
            <a:srgbClr val="D0CBC7">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1600" noProof="0" dirty="0"/>
          </a:p>
        </p:txBody>
      </p:sp>
      <p:sp>
        <p:nvSpPr>
          <p:cNvPr id="13" name="Rektangel 12">
            <a:extLst>
              <a:ext uri="{FF2B5EF4-FFF2-40B4-BE49-F238E27FC236}">
                <a16:creationId xmlns:a16="http://schemas.microsoft.com/office/drawing/2014/main" id="{9D61354A-4588-7C5E-DAF2-D525AEBB3DFE}"/>
              </a:ext>
            </a:extLst>
          </p:cNvPr>
          <p:cNvSpPr/>
          <p:nvPr userDrawn="1"/>
        </p:nvSpPr>
        <p:spPr>
          <a:xfrm>
            <a:off x="3287688" y="1834856"/>
            <a:ext cx="2728800" cy="3197633"/>
          </a:xfrm>
          <a:prstGeom prst="rect">
            <a:avLst/>
          </a:prstGeom>
          <a:solidFill>
            <a:srgbClr val="D0CBC7">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1600" noProof="0" dirty="0"/>
          </a:p>
        </p:txBody>
      </p:sp>
      <p:sp>
        <p:nvSpPr>
          <p:cNvPr id="2" name="Title 1">
            <a:extLst>
              <a:ext uri="{FF2B5EF4-FFF2-40B4-BE49-F238E27FC236}">
                <a16:creationId xmlns:a16="http://schemas.microsoft.com/office/drawing/2014/main" id="{24C9D909-49D5-40E7-8A46-904F4218013D}"/>
              </a:ext>
            </a:extLst>
          </p:cNvPr>
          <p:cNvSpPr>
            <a:spLocks noGrp="1"/>
          </p:cNvSpPr>
          <p:nvPr>
            <p:ph type="title" hasCustomPrompt="1"/>
          </p:nvPr>
        </p:nvSpPr>
        <p:spPr>
          <a:xfrm>
            <a:off x="396874" y="395288"/>
            <a:ext cx="6580189" cy="663600"/>
          </a:xfrm>
        </p:spPr>
        <p:txBody>
          <a:bodyPr/>
          <a:lstStyle>
            <a:lvl1pPr>
              <a:lnSpc>
                <a:spcPct val="90000"/>
              </a:lnSpc>
              <a:defRPr/>
            </a:lvl1pPr>
          </a:lstStyle>
          <a:p>
            <a:r>
              <a:rPr lang="da-DK" dirty="0"/>
              <a:t>Titel</a:t>
            </a:r>
          </a:p>
        </p:txBody>
      </p:sp>
      <p:sp>
        <p:nvSpPr>
          <p:cNvPr id="3" name="Date Placeholder 2">
            <a:extLst>
              <a:ext uri="{FF2B5EF4-FFF2-40B4-BE49-F238E27FC236}">
                <a16:creationId xmlns:a16="http://schemas.microsoft.com/office/drawing/2014/main" id="{567012D6-48ED-4B03-85DE-25086AACDB85}"/>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Footer Placeholder 3">
            <a:extLst>
              <a:ext uri="{FF2B5EF4-FFF2-40B4-BE49-F238E27FC236}">
                <a16:creationId xmlns:a16="http://schemas.microsoft.com/office/drawing/2014/main" id="{E57AB716-0309-754C-0B7E-73C48AD71CAD}"/>
              </a:ext>
            </a:extLst>
          </p:cNvPr>
          <p:cNvSpPr>
            <a:spLocks noGrp="1"/>
          </p:cNvSpPr>
          <p:nvPr>
            <p:ph type="ftr" sz="quarter" idx="11"/>
          </p:nvPr>
        </p:nvSpPr>
        <p:spPr/>
        <p:txBody>
          <a:bodyPr/>
          <a:lstStyle/>
          <a:p>
            <a:endParaRPr lang="da-DK" dirty="0"/>
          </a:p>
        </p:txBody>
      </p:sp>
      <p:sp>
        <p:nvSpPr>
          <p:cNvPr id="5" name="Slide Number Placeholder 4">
            <a:extLst>
              <a:ext uri="{FF2B5EF4-FFF2-40B4-BE49-F238E27FC236}">
                <a16:creationId xmlns:a16="http://schemas.microsoft.com/office/drawing/2014/main" id="{CC321AA5-6588-9A37-5A5C-D63E7CD1804C}"/>
              </a:ext>
            </a:extLst>
          </p:cNvPr>
          <p:cNvSpPr>
            <a:spLocks noGrp="1"/>
          </p:cNvSpPr>
          <p:nvPr>
            <p:ph type="sldNum" sz="quarter" idx="12"/>
          </p:nvPr>
        </p:nvSpPr>
        <p:spPr/>
        <p:txBody>
          <a:bodyPr/>
          <a:lstStyle/>
          <a:p>
            <a:fld id="{23AA811B-2EBD-4900-905E-5BE206449611}" type="slidenum">
              <a:rPr lang="da-DK" smtClean="0"/>
              <a:pPr/>
              <a:t>‹#›</a:t>
            </a:fld>
            <a:endParaRPr lang="da-DK" dirty="0"/>
          </a:p>
        </p:txBody>
      </p:sp>
      <p:sp>
        <p:nvSpPr>
          <p:cNvPr id="6" name="Rektangel 5">
            <a:extLst>
              <a:ext uri="{FF2B5EF4-FFF2-40B4-BE49-F238E27FC236}">
                <a16:creationId xmlns:a16="http://schemas.microsoft.com/office/drawing/2014/main" id="{537A3927-D21D-16FC-C6EE-02DD8271706A}"/>
              </a:ext>
            </a:extLst>
          </p:cNvPr>
          <p:cNvSpPr/>
          <p:nvPr userDrawn="1"/>
        </p:nvSpPr>
        <p:spPr>
          <a:xfrm>
            <a:off x="395288" y="1834856"/>
            <a:ext cx="2728800" cy="3197633"/>
          </a:xfrm>
          <a:prstGeom prst="rect">
            <a:avLst/>
          </a:prstGeom>
          <a:solidFill>
            <a:srgbClr val="F5F4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1600" noProof="0" dirty="0">
              <a:solidFill>
                <a:schemeClr val="bg1">
                  <a:lumMod val="95000"/>
                </a:schemeClr>
              </a:solidFill>
            </a:endParaRPr>
          </a:p>
        </p:txBody>
      </p:sp>
      <p:sp>
        <p:nvSpPr>
          <p:cNvPr id="12" name="Content Placeholder 2">
            <a:extLst>
              <a:ext uri="{FF2B5EF4-FFF2-40B4-BE49-F238E27FC236}">
                <a16:creationId xmlns:a16="http://schemas.microsoft.com/office/drawing/2014/main" id="{DD12A294-CCF1-AE7C-A37F-FA3557A01676}"/>
              </a:ext>
            </a:extLst>
          </p:cNvPr>
          <p:cNvSpPr>
            <a:spLocks noGrp="1"/>
          </p:cNvSpPr>
          <p:nvPr>
            <p:ph type="body" idx="1" hasCustomPrompt="1"/>
          </p:nvPr>
        </p:nvSpPr>
        <p:spPr>
          <a:xfrm>
            <a:off x="725176" y="3690441"/>
            <a:ext cx="2069024" cy="1021044"/>
          </a:xfrm>
        </p:spPr>
        <p:txBody>
          <a:bodyPr vert="horz" lIns="0" tIns="0" rIns="0" bIns="0" rtlCol="0">
            <a:noAutofit/>
          </a:bodyPr>
          <a:lstStyle>
            <a:lvl1pPr marL="0" indent="0" algn="ctr">
              <a:buNone/>
              <a:defRPr lang="en-GB" noProof="0" dirty="0"/>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7" name="Title 1">
            <a:extLst>
              <a:ext uri="{FF2B5EF4-FFF2-40B4-BE49-F238E27FC236}">
                <a16:creationId xmlns:a16="http://schemas.microsoft.com/office/drawing/2014/main" id="{4B964137-5B8A-F803-BED7-0CB16668A1FA}"/>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Titel + 4 kasser</a:t>
            </a:r>
          </a:p>
        </p:txBody>
      </p:sp>
      <p:sp>
        <p:nvSpPr>
          <p:cNvPr id="8" name="Content Placeholder 2">
            <a:extLst>
              <a:ext uri="{FF2B5EF4-FFF2-40B4-BE49-F238E27FC236}">
                <a16:creationId xmlns:a16="http://schemas.microsoft.com/office/drawing/2014/main" id="{4B73D125-2BA0-D7F6-02C2-43458C2CEF17}"/>
              </a:ext>
            </a:extLst>
          </p:cNvPr>
          <p:cNvSpPr>
            <a:spLocks noGrp="1"/>
          </p:cNvSpPr>
          <p:nvPr>
            <p:ph type="body" idx="16" hasCustomPrompt="1"/>
          </p:nvPr>
        </p:nvSpPr>
        <p:spPr>
          <a:xfrm>
            <a:off x="725176" y="2347993"/>
            <a:ext cx="2069024" cy="1009806"/>
          </a:xfrm>
        </p:spPr>
        <p:txBody>
          <a:bodyPr vert="horz" lIns="0" tIns="0" rIns="0" bIns="0" rtlCol="0" anchor="b">
            <a:normAutofit/>
          </a:bodyPr>
          <a:lstStyle>
            <a:lvl1pPr marL="0" indent="0" algn="ctr">
              <a:buNone/>
              <a:defRPr lang="en-GB" sz="4000" noProof="0" dirty="0">
                <a:latin typeface="+mj-lt"/>
              </a:defRPr>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18" name="Rektangel 17">
            <a:extLst>
              <a:ext uri="{FF2B5EF4-FFF2-40B4-BE49-F238E27FC236}">
                <a16:creationId xmlns:a16="http://schemas.microsoft.com/office/drawing/2014/main" id="{CF4086F1-65C7-5FBE-B983-D54A9A927CA7}"/>
              </a:ext>
            </a:extLst>
          </p:cNvPr>
          <p:cNvSpPr/>
          <p:nvPr userDrawn="1"/>
        </p:nvSpPr>
        <p:spPr>
          <a:xfrm>
            <a:off x="9066325" y="1834856"/>
            <a:ext cx="2728800" cy="3197633"/>
          </a:xfrm>
          <a:prstGeom prst="rect">
            <a:avLst/>
          </a:prstGeom>
          <a:solidFill>
            <a:srgbClr val="D0CBC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1600" noProof="0" dirty="0"/>
          </a:p>
        </p:txBody>
      </p:sp>
      <p:sp>
        <p:nvSpPr>
          <p:cNvPr id="16" name="Content Placeholder 2">
            <a:extLst>
              <a:ext uri="{FF2B5EF4-FFF2-40B4-BE49-F238E27FC236}">
                <a16:creationId xmlns:a16="http://schemas.microsoft.com/office/drawing/2014/main" id="{B131F081-035C-9674-12CA-A0DE4CBBB5F0}"/>
              </a:ext>
            </a:extLst>
          </p:cNvPr>
          <p:cNvSpPr>
            <a:spLocks noGrp="1"/>
          </p:cNvSpPr>
          <p:nvPr>
            <p:ph type="body" idx="17" hasCustomPrompt="1"/>
          </p:nvPr>
        </p:nvSpPr>
        <p:spPr>
          <a:xfrm>
            <a:off x="3617576" y="3690441"/>
            <a:ext cx="2069024" cy="1021044"/>
          </a:xfrm>
        </p:spPr>
        <p:txBody>
          <a:bodyPr vert="horz" lIns="0" tIns="0" rIns="0" bIns="0" rtlCol="0">
            <a:noAutofit/>
          </a:bodyPr>
          <a:lstStyle>
            <a:lvl1pPr marL="0" indent="0" algn="ctr">
              <a:buNone/>
              <a:defRPr lang="en-GB" noProof="0" dirty="0"/>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19" name="Content Placeholder 2">
            <a:extLst>
              <a:ext uri="{FF2B5EF4-FFF2-40B4-BE49-F238E27FC236}">
                <a16:creationId xmlns:a16="http://schemas.microsoft.com/office/drawing/2014/main" id="{8354EA8D-585C-8FBE-0A2B-3AFDDEC2A08E}"/>
              </a:ext>
            </a:extLst>
          </p:cNvPr>
          <p:cNvSpPr>
            <a:spLocks noGrp="1"/>
          </p:cNvSpPr>
          <p:nvPr>
            <p:ph type="body" idx="18" hasCustomPrompt="1"/>
          </p:nvPr>
        </p:nvSpPr>
        <p:spPr>
          <a:xfrm>
            <a:off x="3615522" y="2347993"/>
            <a:ext cx="2069024" cy="1009806"/>
          </a:xfrm>
        </p:spPr>
        <p:txBody>
          <a:bodyPr vert="horz" lIns="0" tIns="0" rIns="0" bIns="0" rtlCol="0" anchor="b">
            <a:normAutofit/>
          </a:bodyPr>
          <a:lstStyle>
            <a:lvl1pPr marL="0" indent="0" algn="ctr">
              <a:buNone/>
              <a:defRPr lang="en-GB" sz="4000" noProof="0" dirty="0">
                <a:latin typeface="+mj-lt"/>
              </a:defRPr>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22" name="Content Placeholder 2">
            <a:extLst>
              <a:ext uri="{FF2B5EF4-FFF2-40B4-BE49-F238E27FC236}">
                <a16:creationId xmlns:a16="http://schemas.microsoft.com/office/drawing/2014/main" id="{6A501DD8-B66B-DDE3-7C6F-CF65D96DA5B4}"/>
              </a:ext>
            </a:extLst>
          </p:cNvPr>
          <p:cNvSpPr>
            <a:spLocks noGrp="1"/>
          </p:cNvSpPr>
          <p:nvPr>
            <p:ph type="body" idx="19" hasCustomPrompt="1"/>
          </p:nvPr>
        </p:nvSpPr>
        <p:spPr>
          <a:xfrm>
            <a:off x="6508056" y="3690441"/>
            <a:ext cx="2069024" cy="1021044"/>
          </a:xfrm>
        </p:spPr>
        <p:txBody>
          <a:bodyPr vert="horz" lIns="0" tIns="0" rIns="0" bIns="0" rtlCol="0">
            <a:noAutofit/>
          </a:bodyPr>
          <a:lstStyle>
            <a:lvl1pPr marL="0" indent="0" algn="ctr">
              <a:buNone/>
              <a:defRPr lang="en-GB" noProof="0" dirty="0"/>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23" name="Content Placeholder 2">
            <a:extLst>
              <a:ext uri="{FF2B5EF4-FFF2-40B4-BE49-F238E27FC236}">
                <a16:creationId xmlns:a16="http://schemas.microsoft.com/office/drawing/2014/main" id="{65C85C77-1202-CC0D-8BA0-6C651BAD52AE}"/>
              </a:ext>
            </a:extLst>
          </p:cNvPr>
          <p:cNvSpPr>
            <a:spLocks noGrp="1"/>
          </p:cNvSpPr>
          <p:nvPr>
            <p:ph type="body" idx="20" hasCustomPrompt="1"/>
          </p:nvPr>
        </p:nvSpPr>
        <p:spPr>
          <a:xfrm>
            <a:off x="6505868" y="2347993"/>
            <a:ext cx="2069024" cy="1009806"/>
          </a:xfrm>
        </p:spPr>
        <p:txBody>
          <a:bodyPr vert="horz" lIns="0" tIns="0" rIns="0" bIns="0" rtlCol="0" anchor="b">
            <a:normAutofit/>
          </a:bodyPr>
          <a:lstStyle>
            <a:lvl1pPr marL="0" indent="0" algn="ctr">
              <a:buNone/>
              <a:defRPr lang="en-GB" sz="4000" noProof="0" dirty="0">
                <a:latin typeface="+mj-lt"/>
              </a:defRPr>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24" name="Content Placeholder 2">
            <a:extLst>
              <a:ext uri="{FF2B5EF4-FFF2-40B4-BE49-F238E27FC236}">
                <a16:creationId xmlns:a16="http://schemas.microsoft.com/office/drawing/2014/main" id="{2A0E56FC-139E-B0A8-CEA2-DC389B849D66}"/>
              </a:ext>
            </a:extLst>
          </p:cNvPr>
          <p:cNvSpPr>
            <a:spLocks noGrp="1"/>
          </p:cNvSpPr>
          <p:nvPr>
            <p:ph type="body" idx="21" hasCustomPrompt="1"/>
          </p:nvPr>
        </p:nvSpPr>
        <p:spPr>
          <a:xfrm>
            <a:off x="9396213" y="3690441"/>
            <a:ext cx="2069024" cy="1021044"/>
          </a:xfrm>
        </p:spPr>
        <p:txBody>
          <a:bodyPr vert="horz" lIns="0" tIns="0" rIns="0" bIns="0" rtlCol="0">
            <a:noAutofit/>
          </a:bodyPr>
          <a:lstStyle>
            <a:lvl1pPr marL="0" indent="0" algn="ctr">
              <a:buNone/>
              <a:defRPr lang="en-GB" noProof="0" dirty="0"/>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
        <p:nvSpPr>
          <p:cNvPr id="25" name="Content Placeholder 2">
            <a:extLst>
              <a:ext uri="{FF2B5EF4-FFF2-40B4-BE49-F238E27FC236}">
                <a16:creationId xmlns:a16="http://schemas.microsoft.com/office/drawing/2014/main" id="{D24EBE32-633B-9431-BFFF-D61E71B6A3DD}"/>
              </a:ext>
            </a:extLst>
          </p:cNvPr>
          <p:cNvSpPr>
            <a:spLocks noGrp="1"/>
          </p:cNvSpPr>
          <p:nvPr>
            <p:ph type="body" idx="22" hasCustomPrompt="1"/>
          </p:nvPr>
        </p:nvSpPr>
        <p:spPr>
          <a:xfrm>
            <a:off x="9396213" y="2347993"/>
            <a:ext cx="2069024" cy="1009806"/>
          </a:xfrm>
        </p:spPr>
        <p:txBody>
          <a:bodyPr vert="horz" lIns="0" tIns="0" rIns="0" bIns="0" rtlCol="0" anchor="b">
            <a:normAutofit/>
          </a:bodyPr>
          <a:lstStyle>
            <a:lvl1pPr marL="0" indent="0" algn="ctr">
              <a:buNone/>
              <a:defRPr lang="en-GB" sz="4000" noProof="0" dirty="0">
                <a:latin typeface="+mj-lt"/>
              </a:defRPr>
            </a:lvl1pPr>
            <a:lvl2pPr marL="180000" indent="0" algn="ctr">
              <a:buNone/>
              <a:defRPr lang="en-GB" noProof="0" dirty="0"/>
            </a:lvl2pPr>
            <a:lvl3pPr marL="360000" indent="0" algn="ctr">
              <a:buNone/>
              <a:defRPr lang="en-GB" noProof="0" dirty="0"/>
            </a:lvl3pPr>
            <a:lvl4pPr algn="ctr">
              <a:buNone/>
              <a:defRPr lang="en-GB" noProof="0" dirty="0"/>
            </a:lvl4pPr>
            <a:lvl5pPr algn="ctr">
              <a:buNone/>
              <a:defRPr lang="en-GB" noProof="0" dirty="0"/>
            </a:lvl5pPr>
            <a:lvl6pPr marL="0" indent="0" algn="ctr">
              <a:buNone/>
              <a:defRPr lang="en-GB" noProof="0" dirty="0"/>
            </a:lvl6pPr>
            <a:lvl7pPr algn="ctr">
              <a:buNone/>
              <a:defRPr lang="en-GB" noProof="0" dirty="0"/>
            </a:lvl7pPr>
            <a:lvl8pPr algn="ctr">
              <a:buNone/>
              <a:defRPr lang="en-GB" noProof="0" dirty="0"/>
            </a:lvl8pPr>
            <a:lvl9pPr algn="ctr">
              <a:buNone/>
              <a:defRPr lang="en-GB" noProof="0" dirty="0"/>
            </a:lvl9pPr>
          </a:lstStyle>
          <a:p>
            <a:pPr lvl="0"/>
            <a:r>
              <a:rPr lang="da-DK" noProof="0" dirty="0"/>
              <a:t>Klik for at tilføje tekst</a:t>
            </a:r>
          </a:p>
        </p:txBody>
      </p:sp>
    </p:spTree>
    <p:extLst>
      <p:ext uri="{BB962C8B-B14F-4D97-AF65-F5344CB8AC3E}">
        <p14:creationId xmlns:p14="http://schemas.microsoft.com/office/powerpoint/2010/main" val="34233313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mt slide">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E1B4C6A-FC10-1448-1E27-DF64D1240D3D}"/>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6" name="Footer Placeholder 5">
            <a:extLst>
              <a:ext uri="{FF2B5EF4-FFF2-40B4-BE49-F238E27FC236}">
                <a16:creationId xmlns:a16="http://schemas.microsoft.com/office/drawing/2014/main" id="{CE5B82B7-12B0-864B-83F7-D649A621B8F8}"/>
              </a:ext>
            </a:extLst>
          </p:cNvPr>
          <p:cNvSpPr>
            <a:spLocks noGrp="1"/>
          </p:cNvSpPr>
          <p:nvPr>
            <p:ph type="ftr" sz="quarter" idx="11"/>
          </p:nvPr>
        </p:nvSpPr>
        <p:spPr/>
        <p:txBody>
          <a:bodyPr/>
          <a:lstStyle/>
          <a:p>
            <a:endParaRPr lang="da-DK" dirty="0"/>
          </a:p>
        </p:txBody>
      </p:sp>
      <p:sp>
        <p:nvSpPr>
          <p:cNvPr id="7" name="Slide Number Placeholder 6">
            <a:extLst>
              <a:ext uri="{FF2B5EF4-FFF2-40B4-BE49-F238E27FC236}">
                <a16:creationId xmlns:a16="http://schemas.microsoft.com/office/drawing/2014/main" id="{BF7DAA7C-CC91-E906-0AE1-7AD8B8540A5A}"/>
              </a:ext>
            </a:extLst>
          </p:cNvPr>
          <p:cNvSpPr>
            <a:spLocks noGrp="1"/>
          </p:cNvSpPr>
          <p:nvPr>
            <p:ph type="sldNum" sz="quarter" idx="12"/>
          </p:nvPr>
        </p:nvSpPr>
        <p:spPr/>
        <p:txBody>
          <a:bodyPr/>
          <a:lstStyle/>
          <a:p>
            <a:fld id="{23AA811B-2EBD-4900-905E-5BE206449611}" type="slidenum">
              <a:rPr lang="da-DK" smtClean="0"/>
              <a:pPr/>
              <a:t>‹#›</a:t>
            </a:fld>
            <a:endParaRPr lang="da-DK" dirty="0"/>
          </a:p>
        </p:txBody>
      </p:sp>
      <p:sp>
        <p:nvSpPr>
          <p:cNvPr id="2" name="Title 1">
            <a:extLst>
              <a:ext uri="{FF2B5EF4-FFF2-40B4-BE49-F238E27FC236}">
                <a16:creationId xmlns:a16="http://schemas.microsoft.com/office/drawing/2014/main" id="{F9BDB44F-D7E6-B567-B773-E8016FFD0EBF}"/>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Tomt slide</a:t>
            </a:r>
          </a:p>
        </p:txBody>
      </p:sp>
    </p:spTree>
    <p:extLst>
      <p:ext uri="{BB962C8B-B14F-4D97-AF65-F5344CB8AC3E}">
        <p14:creationId xmlns:p14="http://schemas.microsoft.com/office/powerpoint/2010/main" val="2843948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lut">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F54DBC17-DB6C-C66F-7CB7-C36ABDDD63DD}"/>
              </a:ext>
            </a:extLst>
          </p:cNvPr>
          <p:cNvSpPr/>
          <p:nvPr userDrawn="1"/>
        </p:nvSpPr>
        <p:spPr bwMode="white">
          <a:xfrm>
            <a:off x="0" y="0"/>
            <a:ext cx="121932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4" name="Logo" descr=" ">
            <a:extLst>
              <a:ext uri="{FF2B5EF4-FFF2-40B4-BE49-F238E27FC236}">
                <a16:creationId xmlns:a16="http://schemas.microsoft.com/office/drawing/2014/main" id="{DE8ACD4C-6B35-EAA5-91CE-1D3FFA749A21}"/>
              </a:ext>
            </a:extLst>
          </p:cNvPr>
          <p:cNvSpPr/>
          <p:nvPr userDrawn="1"/>
        </p:nvSpPr>
        <p:spPr bwMode="black">
          <a:xfrm>
            <a:off x="4366261" y="3095144"/>
            <a:ext cx="3459480" cy="667714"/>
          </a:xfrm>
          <a:custGeom>
            <a:avLst/>
            <a:gdLst>
              <a:gd name="connsiteX0" fmla="*/ 269537 w 2300296"/>
              <a:gd name="connsiteY0" fmla="*/ 20020 h 443979"/>
              <a:gd name="connsiteX1" fmla="*/ 269537 w 2300296"/>
              <a:gd name="connsiteY1" fmla="*/ 116683 h 443979"/>
              <a:gd name="connsiteX2" fmla="*/ 171674 w 2300296"/>
              <a:gd name="connsiteY2" fmla="*/ 116683 h 443979"/>
              <a:gd name="connsiteX3" fmla="*/ 171674 w 2300296"/>
              <a:gd name="connsiteY3" fmla="*/ 20020 h 443979"/>
              <a:gd name="connsiteX4" fmla="*/ 269537 w 2300296"/>
              <a:gd name="connsiteY4" fmla="*/ 20020 h 443979"/>
              <a:gd name="connsiteX5" fmla="*/ 1039400 w 2300296"/>
              <a:gd name="connsiteY5" fmla="*/ 353120 h 443979"/>
              <a:gd name="connsiteX6" fmla="*/ 1070525 w 2300296"/>
              <a:gd name="connsiteY6" fmla="*/ 353120 h 443979"/>
              <a:gd name="connsiteX7" fmla="*/ 1070525 w 2300296"/>
              <a:gd name="connsiteY7" fmla="*/ 79221 h 443979"/>
              <a:gd name="connsiteX8" fmla="*/ 1039400 w 2300296"/>
              <a:gd name="connsiteY8" fmla="*/ 79221 h 443979"/>
              <a:gd name="connsiteX9" fmla="*/ 1039400 w 2300296"/>
              <a:gd name="connsiteY9" fmla="*/ 353120 h 443979"/>
              <a:gd name="connsiteX10" fmla="*/ 2300196 w 2300296"/>
              <a:gd name="connsiteY10" fmla="*/ 162323 h 443979"/>
              <a:gd name="connsiteX11" fmla="*/ 2300297 w 2300296"/>
              <a:gd name="connsiteY11" fmla="*/ 162346 h 443979"/>
              <a:gd name="connsiteX12" fmla="*/ 2300234 w 2300296"/>
              <a:gd name="connsiteY12" fmla="*/ 162346 h 443979"/>
              <a:gd name="connsiteX13" fmla="*/ 2300234 w 2300296"/>
              <a:gd name="connsiteY13" fmla="*/ 192331 h 443979"/>
              <a:gd name="connsiteX14" fmla="*/ 2273120 w 2300296"/>
              <a:gd name="connsiteY14" fmla="*/ 188405 h 443979"/>
              <a:gd name="connsiteX15" fmla="*/ 2203915 w 2300296"/>
              <a:gd name="connsiteY15" fmla="*/ 271359 h 443979"/>
              <a:gd name="connsiteX16" fmla="*/ 2203915 w 2300296"/>
              <a:gd name="connsiteY16" fmla="*/ 353062 h 443979"/>
              <a:gd name="connsiteX17" fmla="*/ 2172784 w 2300296"/>
              <a:gd name="connsiteY17" fmla="*/ 353062 h 443979"/>
              <a:gd name="connsiteX18" fmla="*/ 2172784 w 2300296"/>
              <a:gd name="connsiteY18" fmla="*/ 163029 h 443979"/>
              <a:gd name="connsiteX19" fmla="*/ 2203915 w 2300296"/>
              <a:gd name="connsiteY19" fmla="*/ 163029 h 443979"/>
              <a:gd name="connsiteX20" fmla="*/ 2203915 w 2300296"/>
              <a:gd name="connsiteY20" fmla="*/ 209684 h 443979"/>
              <a:gd name="connsiteX21" fmla="*/ 2275552 w 2300296"/>
              <a:gd name="connsiteY21" fmla="*/ 159331 h 443979"/>
              <a:gd name="connsiteX22" fmla="*/ 2300196 w 2300296"/>
              <a:gd name="connsiteY22" fmla="*/ 162323 h 443979"/>
              <a:gd name="connsiteX23" fmla="*/ 1314184 w 2300296"/>
              <a:gd name="connsiteY23" fmla="*/ 187267 h 443979"/>
              <a:gd name="connsiteX24" fmla="*/ 1245097 w 2300296"/>
              <a:gd name="connsiteY24" fmla="*/ 244277 h 443979"/>
              <a:gd name="connsiteX25" fmla="*/ 1383275 w 2300296"/>
              <a:gd name="connsiteY25" fmla="*/ 244277 h 443979"/>
              <a:gd name="connsiteX26" fmla="*/ 1314184 w 2300296"/>
              <a:gd name="connsiteY26" fmla="*/ 187267 h 443979"/>
              <a:gd name="connsiteX27" fmla="*/ 1318010 w 2300296"/>
              <a:gd name="connsiteY27" fmla="*/ 356875 h 443979"/>
              <a:gd name="connsiteX28" fmla="*/ 1213220 w 2300296"/>
              <a:gd name="connsiteY28" fmla="*/ 258102 h 443979"/>
              <a:gd name="connsiteX29" fmla="*/ 1314184 w 2300296"/>
              <a:gd name="connsiteY29" fmla="*/ 159387 h 443979"/>
              <a:gd name="connsiteX30" fmla="*/ 1414799 w 2300296"/>
              <a:gd name="connsiteY30" fmla="*/ 258160 h 443979"/>
              <a:gd name="connsiteX31" fmla="*/ 1414051 w 2300296"/>
              <a:gd name="connsiteY31" fmla="*/ 269710 h 443979"/>
              <a:gd name="connsiteX32" fmla="*/ 1244750 w 2300296"/>
              <a:gd name="connsiteY32" fmla="*/ 269710 h 443979"/>
              <a:gd name="connsiteX33" fmla="*/ 1318416 w 2300296"/>
              <a:gd name="connsiteY33" fmla="*/ 328939 h 443979"/>
              <a:gd name="connsiteX34" fmla="*/ 1381488 w 2300296"/>
              <a:gd name="connsiteY34" fmla="*/ 305690 h 443979"/>
              <a:gd name="connsiteX35" fmla="*/ 1382173 w 2300296"/>
              <a:gd name="connsiteY35" fmla="*/ 305098 h 443979"/>
              <a:gd name="connsiteX36" fmla="*/ 1400773 w 2300296"/>
              <a:gd name="connsiteY36" fmla="*/ 327460 h 443979"/>
              <a:gd name="connsiteX37" fmla="*/ 1318010 w 2300296"/>
              <a:gd name="connsiteY37" fmla="*/ 356875 h 443979"/>
              <a:gd name="connsiteX38" fmla="*/ 1930579 w 2300296"/>
              <a:gd name="connsiteY38" fmla="*/ 187267 h 443979"/>
              <a:gd name="connsiteX39" fmla="*/ 1861488 w 2300296"/>
              <a:gd name="connsiteY39" fmla="*/ 244277 h 443979"/>
              <a:gd name="connsiteX40" fmla="*/ 1999657 w 2300296"/>
              <a:gd name="connsiteY40" fmla="*/ 244277 h 443979"/>
              <a:gd name="connsiteX41" fmla="*/ 1930579 w 2300296"/>
              <a:gd name="connsiteY41" fmla="*/ 187267 h 443979"/>
              <a:gd name="connsiteX42" fmla="*/ 1934406 w 2300296"/>
              <a:gd name="connsiteY42" fmla="*/ 356875 h 443979"/>
              <a:gd name="connsiteX43" fmla="*/ 1829610 w 2300296"/>
              <a:gd name="connsiteY43" fmla="*/ 258102 h 443979"/>
              <a:gd name="connsiteX44" fmla="*/ 1930579 w 2300296"/>
              <a:gd name="connsiteY44" fmla="*/ 159387 h 443979"/>
              <a:gd name="connsiteX45" fmla="*/ 2031194 w 2300296"/>
              <a:gd name="connsiteY45" fmla="*/ 258160 h 443979"/>
              <a:gd name="connsiteX46" fmla="*/ 2030446 w 2300296"/>
              <a:gd name="connsiteY46" fmla="*/ 269710 h 443979"/>
              <a:gd name="connsiteX47" fmla="*/ 1861146 w 2300296"/>
              <a:gd name="connsiteY47" fmla="*/ 269710 h 443979"/>
              <a:gd name="connsiteX48" fmla="*/ 1934811 w 2300296"/>
              <a:gd name="connsiteY48" fmla="*/ 328939 h 443979"/>
              <a:gd name="connsiteX49" fmla="*/ 1997884 w 2300296"/>
              <a:gd name="connsiteY49" fmla="*/ 305693 h 443979"/>
              <a:gd name="connsiteX50" fmla="*/ 1998568 w 2300296"/>
              <a:gd name="connsiteY50" fmla="*/ 305098 h 443979"/>
              <a:gd name="connsiteX51" fmla="*/ 2017168 w 2300296"/>
              <a:gd name="connsiteY51" fmla="*/ 327460 h 443979"/>
              <a:gd name="connsiteX52" fmla="*/ 1934406 w 2300296"/>
              <a:gd name="connsiteY52" fmla="*/ 356875 h 443979"/>
              <a:gd name="connsiteX53" fmla="*/ 1622819 w 2300296"/>
              <a:gd name="connsiteY53" fmla="*/ 310390 h 443979"/>
              <a:gd name="connsiteX54" fmla="*/ 1694912 w 2300296"/>
              <a:gd name="connsiteY54" fmla="*/ 163029 h 443979"/>
              <a:gd name="connsiteX55" fmla="*/ 1728767 w 2300296"/>
              <a:gd name="connsiteY55" fmla="*/ 163029 h 443979"/>
              <a:gd name="connsiteX56" fmla="*/ 1622641 w 2300296"/>
              <a:gd name="connsiteY56" fmla="*/ 373260 h 443979"/>
              <a:gd name="connsiteX57" fmla="*/ 1516515 w 2300296"/>
              <a:gd name="connsiteY57" fmla="*/ 163029 h 443979"/>
              <a:gd name="connsiteX58" fmla="*/ 1550662 w 2300296"/>
              <a:gd name="connsiteY58" fmla="*/ 163029 h 443979"/>
              <a:gd name="connsiteX59" fmla="*/ 1622819 w 2300296"/>
              <a:gd name="connsiteY59" fmla="*/ 310390 h 443979"/>
              <a:gd name="connsiteX60" fmla="*/ 800668 w 2300296"/>
              <a:gd name="connsiteY60" fmla="*/ 325866 h 443979"/>
              <a:gd name="connsiteX61" fmla="*/ 878449 w 2300296"/>
              <a:gd name="connsiteY61" fmla="*/ 294915 h 443979"/>
              <a:gd name="connsiteX62" fmla="*/ 900415 w 2300296"/>
              <a:gd name="connsiteY62" fmla="*/ 316990 h 443979"/>
              <a:gd name="connsiteX63" fmla="*/ 800668 w 2300296"/>
              <a:gd name="connsiteY63" fmla="*/ 356704 h 443979"/>
              <a:gd name="connsiteX64" fmla="*/ 657394 w 2300296"/>
              <a:gd name="connsiteY64" fmla="*/ 216057 h 443979"/>
              <a:gd name="connsiteX65" fmla="*/ 800668 w 2300296"/>
              <a:gd name="connsiteY65" fmla="*/ 75409 h 443979"/>
              <a:gd name="connsiteX66" fmla="*/ 899024 w 2300296"/>
              <a:gd name="connsiteY66" fmla="*/ 113871 h 443979"/>
              <a:gd name="connsiteX67" fmla="*/ 877173 w 2300296"/>
              <a:gd name="connsiteY67" fmla="*/ 136117 h 443979"/>
              <a:gd name="connsiteX68" fmla="*/ 800668 w 2300296"/>
              <a:gd name="connsiteY68" fmla="*/ 106361 h 443979"/>
              <a:gd name="connsiteX69" fmla="*/ 688865 w 2300296"/>
              <a:gd name="connsiteY69" fmla="*/ 216113 h 443979"/>
              <a:gd name="connsiteX70" fmla="*/ 800668 w 2300296"/>
              <a:gd name="connsiteY70" fmla="*/ 325866 h 443979"/>
              <a:gd name="connsiteX71" fmla="*/ 414166 w 2300296"/>
              <a:gd name="connsiteY71" fmla="*/ 111219 h 443979"/>
              <a:gd name="connsiteX72" fmla="*/ 362505 w 2300296"/>
              <a:gd name="connsiteY72" fmla="*/ 90083 h 443979"/>
              <a:gd name="connsiteX73" fmla="*/ 341106 w 2300296"/>
              <a:gd name="connsiteY73" fmla="*/ 141112 h 443979"/>
              <a:gd name="connsiteX74" fmla="*/ 392768 w 2300296"/>
              <a:gd name="connsiteY74" fmla="*/ 162248 h 443979"/>
              <a:gd name="connsiteX75" fmla="*/ 414166 w 2300296"/>
              <a:gd name="connsiteY75" fmla="*/ 111219 h 443979"/>
              <a:gd name="connsiteX76" fmla="*/ 415839 w 2300296"/>
              <a:gd name="connsiteY76" fmla="*/ 307792 h 443979"/>
              <a:gd name="connsiteX77" fmla="*/ 387771 w 2300296"/>
              <a:gd name="connsiteY77" fmla="*/ 355563 h 443979"/>
              <a:gd name="connsiteX78" fmla="*/ 339407 w 2300296"/>
              <a:gd name="connsiteY78" fmla="*/ 327837 h 443979"/>
              <a:gd name="connsiteX79" fmla="*/ 367475 w 2300296"/>
              <a:gd name="connsiteY79" fmla="*/ 280066 h 443979"/>
              <a:gd name="connsiteX80" fmla="*/ 415839 w 2300296"/>
              <a:gd name="connsiteY80" fmla="*/ 307792 h 443979"/>
              <a:gd name="connsiteX81" fmla="*/ 79088 w 2300296"/>
              <a:gd name="connsiteY81" fmla="*/ 300106 h 443979"/>
              <a:gd name="connsiteX82" fmla="*/ 158175 w 2300296"/>
              <a:gd name="connsiteY82" fmla="*/ 221987 h 443979"/>
              <a:gd name="connsiteX83" fmla="*/ 79088 w 2300296"/>
              <a:gd name="connsiteY83" fmla="*/ 143869 h 443979"/>
              <a:gd name="connsiteX84" fmla="*/ 0 w 2300296"/>
              <a:gd name="connsiteY84" fmla="*/ 221987 h 443979"/>
              <a:gd name="connsiteX85" fmla="*/ 79088 w 2300296"/>
              <a:gd name="connsiteY85" fmla="*/ 300106 h 443979"/>
              <a:gd name="connsiteX86" fmla="*/ 269537 w 2300296"/>
              <a:gd name="connsiteY86" fmla="*/ 327297 h 443979"/>
              <a:gd name="connsiteX87" fmla="*/ 269537 w 2300296"/>
              <a:gd name="connsiteY87" fmla="*/ 423961 h 443979"/>
              <a:gd name="connsiteX88" fmla="*/ 171674 w 2300296"/>
              <a:gd name="connsiteY88" fmla="*/ 423961 h 443979"/>
              <a:gd name="connsiteX89" fmla="*/ 171674 w 2300296"/>
              <a:gd name="connsiteY89" fmla="*/ 327297 h 443979"/>
              <a:gd name="connsiteX90" fmla="*/ 269537 w 2300296"/>
              <a:gd name="connsiteY90" fmla="*/ 327297 h 443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300296" h="443979">
                <a:moveTo>
                  <a:pt x="269537" y="20020"/>
                </a:moveTo>
                <a:cubicBezTo>
                  <a:pt x="296561" y="46713"/>
                  <a:pt x="296561" y="89990"/>
                  <a:pt x="269537" y="116683"/>
                </a:cubicBezTo>
                <a:cubicBezTo>
                  <a:pt x="242512" y="143376"/>
                  <a:pt x="198699" y="143376"/>
                  <a:pt x="171674" y="116683"/>
                </a:cubicBezTo>
                <a:cubicBezTo>
                  <a:pt x="144650" y="89990"/>
                  <a:pt x="144650" y="46713"/>
                  <a:pt x="171674" y="20020"/>
                </a:cubicBezTo>
                <a:cubicBezTo>
                  <a:pt x="198699" y="-6673"/>
                  <a:pt x="242512" y="-6673"/>
                  <a:pt x="269537" y="20020"/>
                </a:cubicBezTo>
                <a:close/>
                <a:moveTo>
                  <a:pt x="1039400" y="353120"/>
                </a:moveTo>
                <a:lnTo>
                  <a:pt x="1070525" y="353120"/>
                </a:lnTo>
                <a:lnTo>
                  <a:pt x="1070525" y="79221"/>
                </a:lnTo>
                <a:lnTo>
                  <a:pt x="1039400" y="79221"/>
                </a:lnTo>
                <a:lnTo>
                  <a:pt x="1039400" y="353120"/>
                </a:lnTo>
                <a:close/>
                <a:moveTo>
                  <a:pt x="2300196" y="162323"/>
                </a:moveTo>
                <a:lnTo>
                  <a:pt x="2300297" y="162346"/>
                </a:lnTo>
                <a:lnTo>
                  <a:pt x="2300234" y="162346"/>
                </a:lnTo>
                <a:lnTo>
                  <a:pt x="2300234" y="192331"/>
                </a:lnTo>
                <a:cubicBezTo>
                  <a:pt x="2291200" y="189714"/>
                  <a:pt x="2283598" y="188405"/>
                  <a:pt x="2273120" y="188405"/>
                </a:cubicBezTo>
                <a:cubicBezTo>
                  <a:pt x="2229065" y="188405"/>
                  <a:pt x="2203915" y="225388"/>
                  <a:pt x="2203915" y="271359"/>
                </a:cubicBezTo>
                <a:lnTo>
                  <a:pt x="2203915" y="353062"/>
                </a:lnTo>
                <a:lnTo>
                  <a:pt x="2172784" y="353062"/>
                </a:lnTo>
                <a:lnTo>
                  <a:pt x="2172784" y="163029"/>
                </a:lnTo>
                <a:lnTo>
                  <a:pt x="2203915" y="163029"/>
                </a:lnTo>
                <a:lnTo>
                  <a:pt x="2203915" y="209684"/>
                </a:lnTo>
                <a:cubicBezTo>
                  <a:pt x="2214165" y="184422"/>
                  <a:pt x="2244016" y="159331"/>
                  <a:pt x="2275552" y="159331"/>
                </a:cubicBezTo>
                <a:cubicBezTo>
                  <a:pt x="2287133" y="159331"/>
                  <a:pt x="2293291" y="160740"/>
                  <a:pt x="2300196" y="162323"/>
                </a:cubicBezTo>
                <a:close/>
                <a:moveTo>
                  <a:pt x="1314184" y="187267"/>
                </a:moveTo>
                <a:cubicBezTo>
                  <a:pt x="1277732" y="187267"/>
                  <a:pt x="1250777" y="209628"/>
                  <a:pt x="1245097" y="244277"/>
                </a:cubicBezTo>
                <a:lnTo>
                  <a:pt x="1383275" y="244277"/>
                </a:lnTo>
                <a:cubicBezTo>
                  <a:pt x="1377941" y="209228"/>
                  <a:pt x="1350991" y="187267"/>
                  <a:pt x="1314184" y="187267"/>
                </a:cubicBezTo>
                <a:close/>
                <a:moveTo>
                  <a:pt x="1318010" y="356875"/>
                </a:moveTo>
                <a:cubicBezTo>
                  <a:pt x="1255763" y="356875"/>
                  <a:pt x="1213220" y="315852"/>
                  <a:pt x="1213220" y="258102"/>
                </a:cubicBezTo>
                <a:cubicBezTo>
                  <a:pt x="1213220" y="201035"/>
                  <a:pt x="1255356" y="159331"/>
                  <a:pt x="1314184" y="159387"/>
                </a:cubicBezTo>
                <a:cubicBezTo>
                  <a:pt x="1373417" y="159387"/>
                  <a:pt x="1414799" y="201150"/>
                  <a:pt x="1414799" y="258160"/>
                </a:cubicBezTo>
                <a:cubicBezTo>
                  <a:pt x="1414799" y="262655"/>
                  <a:pt x="1414456" y="266011"/>
                  <a:pt x="1414051" y="269710"/>
                </a:cubicBezTo>
                <a:lnTo>
                  <a:pt x="1244750" y="269710"/>
                </a:lnTo>
                <a:cubicBezTo>
                  <a:pt x="1249734" y="305838"/>
                  <a:pt x="1278188" y="328939"/>
                  <a:pt x="1318416" y="328939"/>
                </a:cubicBezTo>
                <a:cubicBezTo>
                  <a:pt x="1354665" y="328939"/>
                  <a:pt x="1374672" y="311601"/>
                  <a:pt x="1381488" y="305690"/>
                </a:cubicBezTo>
                <a:lnTo>
                  <a:pt x="1382173" y="305098"/>
                </a:lnTo>
                <a:lnTo>
                  <a:pt x="1400773" y="327460"/>
                </a:lnTo>
                <a:cubicBezTo>
                  <a:pt x="1392017" y="336391"/>
                  <a:pt x="1365473" y="356875"/>
                  <a:pt x="1318010" y="356875"/>
                </a:cubicBezTo>
                <a:close/>
                <a:moveTo>
                  <a:pt x="1930579" y="187267"/>
                </a:moveTo>
                <a:cubicBezTo>
                  <a:pt x="1894127" y="187267"/>
                  <a:pt x="1867177" y="209628"/>
                  <a:pt x="1861488" y="244277"/>
                </a:cubicBezTo>
                <a:lnTo>
                  <a:pt x="1999657" y="244277"/>
                </a:lnTo>
                <a:cubicBezTo>
                  <a:pt x="1994336" y="209228"/>
                  <a:pt x="1967386" y="187267"/>
                  <a:pt x="1930579" y="187267"/>
                </a:cubicBezTo>
                <a:close/>
                <a:moveTo>
                  <a:pt x="1934406" y="356875"/>
                </a:moveTo>
                <a:cubicBezTo>
                  <a:pt x="1872157" y="356875"/>
                  <a:pt x="1829610" y="315852"/>
                  <a:pt x="1829610" y="258102"/>
                </a:cubicBezTo>
                <a:cubicBezTo>
                  <a:pt x="1829610" y="201035"/>
                  <a:pt x="1871751" y="159331"/>
                  <a:pt x="1930579" y="159387"/>
                </a:cubicBezTo>
                <a:cubicBezTo>
                  <a:pt x="1989813" y="159387"/>
                  <a:pt x="2031194" y="201150"/>
                  <a:pt x="2031194" y="258160"/>
                </a:cubicBezTo>
                <a:cubicBezTo>
                  <a:pt x="2031194" y="262655"/>
                  <a:pt x="2030852" y="266011"/>
                  <a:pt x="2030446" y="269710"/>
                </a:cubicBezTo>
                <a:lnTo>
                  <a:pt x="1861146" y="269710"/>
                </a:lnTo>
                <a:cubicBezTo>
                  <a:pt x="1866126" y="305838"/>
                  <a:pt x="1894583" y="328939"/>
                  <a:pt x="1934811" y="328939"/>
                </a:cubicBezTo>
                <a:cubicBezTo>
                  <a:pt x="1971061" y="328939"/>
                  <a:pt x="1991054" y="311606"/>
                  <a:pt x="1997884" y="305693"/>
                </a:cubicBezTo>
                <a:lnTo>
                  <a:pt x="1998568" y="305098"/>
                </a:lnTo>
                <a:lnTo>
                  <a:pt x="2017168" y="327460"/>
                </a:lnTo>
                <a:cubicBezTo>
                  <a:pt x="2008425" y="336391"/>
                  <a:pt x="1981868" y="356875"/>
                  <a:pt x="1934406" y="356875"/>
                </a:cubicBezTo>
                <a:close/>
                <a:moveTo>
                  <a:pt x="1622819" y="310390"/>
                </a:moveTo>
                <a:lnTo>
                  <a:pt x="1694912" y="163029"/>
                </a:lnTo>
                <a:lnTo>
                  <a:pt x="1728767" y="163029"/>
                </a:lnTo>
                <a:lnTo>
                  <a:pt x="1622641" y="373260"/>
                </a:lnTo>
                <a:lnTo>
                  <a:pt x="1516515" y="163029"/>
                </a:lnTo>
                <a:lnTo>
                  <a:pt x="1550662" y="163029"/>
                </a:lnTo>
                <a:lnTo>
                  <a:pt x="1622819" y="310390"/>
                </a:lnTo>
                <a:close/>
                <a:moveTo>
                  <a:pt x="800668" y="325866"/>
                </a:moveTo>
                <a:cubicBezTo>
                  <a:pt x="830923" y="325866"/>
                  <a:pt x="858337" y="314032"/>
                  <a:pt x="878449" y="294915"/>
                </a:cubicBezTo>
                <a:lnTo>
                  <a:pt x="900415" y="316990"/>
                </a:lnTo>
                <a:cubicBezTo>
                  <a:pt x="874624" y="341570"/>
                  <a:pt x="839442" y="356704"/>
                  <a:pt x="800668" y="356704"/>
                </a:cubicBezTo>
                <a:cubicBezTo>
                  <a:pt x="721553" y="356704"/>
                  <a:pt x="657394" y="293720"/>
                  <a:pt x="657394" y="216057"/>
                </a:cubicBezTo>
                <a:cubicBezTo>
                  <a:pt x="657394" y="138394"/>
                  <a:pt x="721553" y="75409"/>
                  <a:pt x="800668" y="75409"/>
                </a:cubicBezTo>
                <a:cubicBezTo>
                  <a:pt x="838804" y="75409"/>
                  <a:pt x="873349" y="90032"/>
                  <a:pt x="899024" y="113871"/>
                </a:cubicBezTo>
                <a:lnTo>
                  <a:pt x="877173" y="136117"/>
                </a:lnTo>
                <a:cubicBezTo>
                  <a:pt x="857178" y="117683"/>
                  <a:pt x="830285" y="106361"/>
                  <a:pt x="800668" y="106361"/>
                </a:cubicBezTo>
                <a:cubicBezTo>
                  <a:pt x="738942" y="106361"/>
                  <a:pt x="688865" y="155519"/>
                  <a:pt x="688865" y="216113"/>
                </a:cubicBezTo>
                <a:cubicBezTo>
                  <a:pt x="688865" y="276708"/>
                  <a:pt x="738942" y="325866"/>
                  <a:pt x="800668" y="325866"/>
                </a:cubicBezTo>
                <a:close/>
                <a:moveTo>
                  <a:pt x="414166" y="111219"/>
                </a:moveTo>
                <a:cubicBezTo>
                  <a:pt x="405810" y="91291"/>
                  <a:pt x="382681" y="81828"/>
                  <a:pt x="362505" y="90083"/>
                </a:cubicBezTo>
                <a:cubicBezTo>
                  <a:pt x="342330" y="98337"/>
                  <a:pt x="332749" y="121184"/>
                  <a:pt x="341106" y="141112"/>
                </a:cubicBezTo>
                <a:cubicBezTo>
                  <a:pt x="349463" y="161039"/>
                  <a:pt x="372593" y="170503"/>
                  <a:pt x="392768" y="162248"/>
                </a:cubicBezTo>
                <a:cubicBezTo>
                  <a:pt x="412944" y="153993"/>
                  <a:pt x="422524" y="131147"/>
                  <a:pt x="414166" y="111219"/>
                </a:cubicBezTo>
                <a:close/>
                <a:moveTo>
                  <a:pt x="415839" y="307792"/>
                </a:moveTo>
                <a:cubicBezTo>
                  <a:pt x="421443" y="328639"/>
                  <a:pt x="408877" y="350027"/>
                  <a:pt x="387771" y="355563"/>
                </a:cubicBezTo>
                <a:cubicBezTo>
                  <a:pt x="366663" y="361098"/>
                  <a:pt x="345011" y="348684"/>
                  <a:pt x="339407" y="327837"/>
                </a:cubicBezTo>
                <a:cubicBezTo>
                  <a:pt x="333803" y="306989"/>
                  <a:pt x="346369" y="285602"/>
                  <a:pt x="367475" y="280066"/>
                </a:cubicBezTo>
                <a:cubicBezTo>
                  <a:pt x="388581" y="274530"/>
                  <a:pt x="410235" y="286944"/>
                  <a:pt x="415839" y="307792"/>
                </a:cubicBezTo>
                <a:close/>
                <a:moveTo>
                  <a:pt x="79088" y="300106"/>
                </a:moveTo>
                <a:cubicBezTo>
                  <a:pt x="122767" y="300106"/>
                  <a:pt x="158175" y="265132"/>
                  <a:pt x="158175" y="221987"/>
                </a:cubicBezTo>
                <a:cubicBezTo>
                  <a:pt x="158175" y="178845"/>
                  <a:pt x="122767" y="143869"/>
                  <a:pt x="79088" y="143869"/>
                </a:cubicBezTo>
                <a:cubicBezTo>
                  <a:pt x="35409" y="143869"/>
                  <a:pt x="0" y="178845"/>
                  <a:pt x="0" y="221987"/>
                </a:cubicBezTo>
                <a:cubicBezTo>
                  <a:pt x="0" y="265132"/>
                  <a:pt x="35409" y="300106"/>
                  <a:pt x="79088" y="300106"/>
                </a:cubicBezTo>
                <a:close/>
                <a:moveTo>
                  <a:pt x="269537" y="327297"/>
                </a:moveTo>
                <a:cubicBezTo>
                  <a:pt x="296561" y="353989"/>
                  <a:pt x="296561" y="397268"/>
                  <a:pt x="269537" y="423961"/>
                </a:cubicBezTo>
                <a:cubicBezTo>
                  <a:pt x="242512" y="450653"/>
                  <a:pt x="198699" y="450653"/>
                  <a:pt x="171674" y="423961"/>
                </a:cubicBezTo>
                <a:cubicBezTo>
                  <a:pt x="144650" y="397268"/>
                  <a:pt x="144650" y="353989"/>
                  <a:pt x="171674" y="327297"/>
                </a:cubicBezTo>
                <a:cubicBezTo>
                  <a:pt x="198699" y="300604"/>
                  <a:pt x="242512" y="300604"/>
                  <a:pt x="269537" y="327297"/>
                </a:cubicBezTo>
                <a:close/>
              </a:path>
            </a:pathLst>
          </a:custGeom>
          <a:solidFill>
            <a:schemeClr val="bg1"/>
          </a:solidFill>
          <a:ln w="12665" cap="flat">
            <a:noFill/>
            <a:prstDash val="solid"/>
            <a:miter/>
          </a:ln>
        </p:spPr>
        <p:txBody>
          <a:bodyPr rtlCol="0" anchor="ctr"/>
          <a:lstStyle/>
          <a:p>
            <a:endParaRPr lang="da-DK" dirty="0"/>
          </a:p>
        </p:txBody>
      </p:sp>
      <p:sp>
        <p:nvSpPr>
          <p:cNvPr id="2" name="Title 1">
            <a:extLst>
              <a:ext uri="{FF2B5EF4-FFF2-40B4-BE49-F238E27FC236}">
                <a16:creationId xmlns:a16="http://schemas.microsoft.com/office/drawing/2014/main" id="{763616B5-82F3-5E80-4CA2-0B49467B55D6}"/>
              </a:ext>
            </a:extLst>
          </p:cNvPr>
          <p:cNvSpPr txBox="1">
            <a:spLocks/>
          </p:cNvSpPr>
          <p:nvPr userDrawn="1"/>
        </p:nvSpPr>
        <p:spPr>
          <a:xfrm>
            <a:off x="395287" y="-819472"/>
            <a:ext cx="6581775" cy="5711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da-DK" sz="3200" dirty="0">
                <a:solidFill>
                  <a:srgbClr val="DCDAD5"/>
                </a:solidFill>
              </a:rPr>
              <a:t>Slut</a:t>
            </a:r>
          </a:p>
        </p:txBody>
      </p:sp>
    </p:spTree>
    <p:extLst>
      <p:ext uri="{BB962C8B-B14F-4D97-AF65-F5344CB8AC3E}">
        <p14:creationId xmlns:p14="http://schemas.microsoft.com/office/powerpoint/2010/main" val="9039299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PS &amp; TRICKS - DIN BRUGERGUIDE">
    <p:spTree>
      <p:nvGrpSpPr>
        <p:cNvPr id="1" name=""/>
        <p:cNvGrpSpPr/>
        <p:nvPr/>
      </p:nvGrpSpPr>
      <p:grpSpPr>
        <a:xfrm>
          <a:off x="0" y="0"/>
          <a:ext cx="0" cy="0"/>
          <a:chOff x="0" y="0"/>
          <a:chExt cx="0" cy="0"/>
        </a:xfrm>
      </p:grpSpPr>
      <p:sp>
        <p:nvSpPr>
          <p:cNvPr id="9" name="Fast overskrift"/>
          <p:cNvSpPr txBox="1">
            <a:spLocks/>
          </p:cNvSpPr>
          <p:nvPr userDrawn="1"/>
        </p:nvSpPr>
        <p:spPr>
          <a:xfrm>
            <a:off x="396875" y="395287"/>
            <a:ext cx="3690938" cy="663600"/>
          </a:xfrm>
          <a:prstGeom prst="rect">
            <a:avLst/>
          </a:prstGeom>
          <a:noFill/>
          <a:effectLst/>
        </p:spPr>
        <p:txBody>
          <a:bodyPr vert="horz" wrap="square" lIns="0" tIns="0" rIns="0" bIns="0" rtlCol="0" anchor="t" anchorCtr="0">
            <a:noAutofit/>
          </a:bodyPr>
          <a:lstStyle/>
          <a:p>
            <a:pPr algn="l">
              <a:lnSpc>
                <a:spcPct val="90000"/>
              </a:lnSpc>
            </a:pPr>
            <a:r>
              <a:rPr lang="da-DK" sz="2400" b="0" i="0" u="none" strike="noStrike" noProof="1">
                <a:solidFill>
                  <a:schemeClr val="bg2"/>
                </a:solidFill>
                <a:latin typeface="Clever Sans OFFC" pitchFamily="34" charset="0"/>
                <a:cs typeface="Clever Sans OFFC" panose="020B0504050501040104" pitchFamily="34" charset="0"/>
              </a:rPr>
              <a:t>Tips &amp; tricks </a:t>
            </a:r>
          </a:p>
          <a:p>
            <a:pPr algn="l">
              <a:lnSpc>
                <a:spcPct val="90000"/>
              </a:lnSpc>
            </a:pPr>
            <a:r>
              <a:rPr lang="da-DK" sz="2400" b="0" i="0" u="none" strike="noStrike" noProof="1">
                <a:solidFill>
                  <a:schemeClr val="bg1">
                    <a:lumMod val="85000"/>
                  </a:schemeClr>
                </a:solidFill>
                <a:latin typeface="Clever Sans OFFC" pitchFamily="34" charset="0"/>
                <a:cs typeface="Clever Sans OFFC" panose="020B0504050501040104" pitchFamily="34" charset="0"/>
              </a:rPr>
              <a:t>Din brugerguide</a:t>
            </a:r>
          </a:p>
        </p:txBody>
      </p:sp>
      <p:sp>
        <p:nvSpPr>
          <p:cNvPr id="27" name="Text Box 2">
            <a:extLst>
              <a:ext uri="{FF2B5EF4-FFF2-40B4-BE49-F238E27FC236}">
                <a16:creationId xmlns:a16="http://schemas.microsoft.com/office/drawing/2014/main" id="{1E86B7E7-F87D-4375-BAE3-34A81C5D0F8B}"/>
              </a:ext>
            </a:extLst>
          </p:cNvPr>
          <p:cNvSpPr txBox="1">
            <a:spLocks noChangeArrowheads="1"/>
          </p:cNvSpPr>
          <p:nvPr userDrawn="1"/>
        </p:nvSpPr>
        <p:spPr bwMode="auto">
          <a:xfrm>
            <a:off x="396874" y="2239200"/>
            <a:ext cx="3331138"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Clever Sans OFFC" charset="0"/>
              </a:defRPr>
            </a:lvl1pPr>
            <a:lvl2pPr marL="742950" indent="-285750" eaLnBrk="0" hangingPunct="0">
              <a:defRPr>
                <a:solidFill>
                  <a:schemeClr val="tx1"/>
                </a:solidFill>
                <a:latin typeface="Clever Sans OFFC" charset="0"/>
              </a:defRPr>
            </a:lvl2pPr>
            <a:lvl3pPr marL="1143000" indent="-228600" eaLnBrk="0" hangingPunct="0">
              <a:defRPr>
                <a:solidFill>
                  <a:schemeClr val="tx1"/>
                </a:solidFill>
                <a:latin typeface="Clever Sans OFFC" charset="0"/>
              </a:defRPr>
            </a:lvl3pPr>
            <a:lvl4pPr marL="1600200" indent="-228600" eaLnBrk="0" hangingPunct="0">
              <a:defRPr>
                <a:solidFill>
                  <a:schemeClr val="tx1"/>
                </a:solidFill>
                <a:latin typeface="Clever Sans OFFC" charset="0"/>
              </a:defRPr>
            </a:lvl4pPr>
            <a:lvl5pPr marL="2057400" indent="-228600" eaLnBrk="0" hangingPunct="0">
              <a:defRPr>
                <a:solidFill>
                  <a:schemeClr val="tx1"/>
                </a:solidFill>
                <a:latin typeface="Clever Sans OFFC" charset="0"/>
              </a:defRPr>
            </a:lvl5pPr>
            <a:lvl6pPr marL="2514600" indent="-228600" eaLnBrk="0" fontAlgn="base" hangingPunct="0">
              <a:spcBef>
                <a:spcPct val="0"/>
              </a:spcBef>
              <a:spcAft>
                <a:spcPct val="0"/>
              </a:spcAft>
              <a:defRPr>
                <a:solidFill>
                  <a:schemeClr val="tx1"/>
                </a:solidFill>
                <a:latin typeface="Clever Sans OFFC" charset="0"/>
              </a:defRPr>
            </a:lvl6pPr>
            <a:lvl7pPr marL="2971800" indent="-228600" eaLnBrk="0" fontAlgn="base" hangingPunct="0">
              <a:spcBef>
                <a:spcPct val="0"/>
              </a:spcBef>
              <a:spcAft>
                <a:spcPct val="0"/>
              </a:spcAft>
              <a:defRPr>
                <a:solidFill>
                  <a:schemeClr val="tx1"/>
                </a:solidFill>
                <a:latin typeface="Clever Sans OFFC" charset="0"/>
              </a:defRPr>
            </a:lvl7pPr>
            <a:lvl8pPr marL="3429000" indent="-228600" eaLnBrk="0" fontAlgn="base" hangingPunct="0">
              <a:spcBef>
                <a:spcPct val="0"/>
              </a:spcBef>
              <a:spcAft>
                <a:spcPct val="0"/>
              </a:spcAft>
              <a:defRPr>
                <a:solidFill>
                  <a:schemeClr val="tx1"/>
                </a:solidFill>
                <a:latin typeface="Clever Sans OFFC" charset="0"/>
              </a:defRPr>
            </a:lvl8pPr>
            <a:lvl9pPr marL="3886200" indent="-228600" eaLnBrk="0" fontAlgn="base" hangingPunct="0">
              <a:spcBef>
                <a:spcPct val="0"/>
              </a:spcBef>
              <a:spcAft>
                <a:spcPct val="0"/>
              </a:spcAft>
              <a:defRPr>
                <a:solidFill>
                  <a:schemeClr val="tx1"/>
                </a:solidFill>
                <a:latin typeface="Clever Sans OFFC"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solidFill>
                  <a:schemeClr val="bg2"/>
                </a:solidFill>
                <a:latin typeface="+mn-lt"/>
                <a:cs typeface="Clever Sans OFFC" panose="020B0504050501040104" pitchFamily="34" charset="0"/>
              </a:rPr>
              <a:t>Typografier</a:t>
            </a:r>
            <a:endParaRPr lang="da-DK" altLang="da-DK" sz="1600" b="0" noProof="1">
              <a:solidFill>
                <a:schemeClr val="bg2"/>
              </a:solidFill>
              <a:latin typeface="+mn-lt"/>
              <a:cs typeface="Clever Sans OFFC" panose="020B0504050501040104" pitchFamily="34" charset="0"/>
            </a:endParaRPr>
          </a:p>
          <a:p>
            <a:pPr eaLnBrk="1" hangingPunct="1">
              <a:spcAft>
                <a:spcPts val="600"/>
              </a:spcAft>
              <a:defRPr/>
            </a:pPr>
            <a:r>
              <a:rPr lang="da-DK" altLang="da-DK" sz="900" b="0" noProof="1">
                <a:solidFill>
                  <a:schemeClr val="bg2"/>
                </a:solidFill>
                <a:latin typeface="+mn-lt"/>
                <a:cs typeface="Clever Sans OFFC" panose="020B0504050501040104" pitchFamily="34" charset="0"/>
              </a:rPr>
              <a:t>Brug</a:t>
            </a:r>
            <a:r>
              <a:rPr lang="da-DK" altLang="da-DK" sz="900" b="1" noProof="1">
                <a:solidFill>
                  <a:schemeClr val="bg2"/>
                </a:solidFill>
                <a:latin typeface="+mn-lt"/>
                <a:cs typeface="Clever Sans OFFC" panose="020B0504050501040104" pitchFamily="34" charset="0"/>
              </a:rPr>
              <a:t> TAB </a:t>
            </a:r>
            <a:r>
              <a:rPr lang="da-DK" altLang="da-DK" sz="900" b="0" noProof="1">
                <a:solidFill>
                  <a:schemeClr val="bg2"/>
                </a:solidFill>
                <a:latin typeface="+mn-lt"/>
                <a:cs typeface="Clever Sans OFFC" panose="020B0504050501040104" pitchFamily="34" charset="0"/>
              </a:rPr>
              <a:t>for at gå frem i tekst-niveauer. Klik </a:t>
            </a:r>
            <a:r>
              <a:rPr lang="da-DK" altLang="da-DK" sz="900" b="1" noProof="1">
                <a:solidFill>
                  <a:schemeClr val="bg2"/>
                </a:solidFill>
                <a:latin typeface="+mn-lt"/>
                <a:cs typeface="Clever Sans OFFC" panose="020B0504050501040104" pitchFamily="34" charset="0"/>
              </a:rPr>
              <a:t>ENTER</a:t>
            </a:r>
            <a:r>
              <a:rPr lang="da-DK" altLang="da-DK" sz="900" b="0" noProof="1">
                <a:solidFill>
                  <a:schemeClr val="bg2"/>
                </a:solidFill>
                <a:latin typeface="+mn-lt"/>
                <a:cs typeface="Clever Sans OFFC" panose="020B0504050501040104" pitchFamily="34" charset="0"/>
              </a:rPr>
              <a:t>, derefter </a:t>
            </a:r>
            <a:r>
              <a:rPr lang="da-DK" altLang="da-DK" sz="900" b="1" noProof="1">
                <a:solidFill>
                  <a:schemeClr val="bg2"/>
                </a:solidFill>
                <a:latin typeface="+mn-lt"/>
                <a:cs typeface="Clever Sans OFFC" panose="020B0504050501040104" pitchFamily="34" charset="0"/>
              </a:rPr>
              <a:t>TAB</a:t>
            </a:r>
            <a:r>
              <a:rPr lang="da-DK" altLang="da-DK" sz="900" b="0" noProof="1">
                <a:solidFill>
                  <a:schemeClr val="bg2"/>
                </a:solidFill>
                <a:latin typeface="+mn-lt"/>
                <a:cs typeface="Clever Sans OFFC" panose="020B0504050501040104" pitchFamily="34" charset="0"/>
              </a:rPr>
              <a:t> for at skifte fra et niveau til det næste</a:t>
            </a:r>
          </a:p>
          <a:p>
            <a:pPr eaLnBrk="1" hangingPunct="1">
              <a:spcAft>
                <a:spcPts val="600"/>
              </a:spcAft>
              <a:defRPr/>
            </a:pPr>
            <a:r>
              <a:rPr lang="da-DK" altLang="da-DK" sz="900" b="0" noProof="1">
                <a:solidFill>
                  <a:schemeClr val="bg2"/>
                </a:solidFill>
                <a:latin typeface="+mn-lt"/>
                <a:cs typeface="Clever Sans OFFC" panose="020B0504050501040104" pitchFamily="34" charset="0"/>
              </a:rPr>
              <a:t>For at gå tilbage i tekst-niveauer, </a:t>
            </a:r>
            <a:br>
              <a:rPr lang="da-DK" altLang="da-DK" sz="900" b="0" noProof="1">
                <a:solidFill>
                  <a:schemeClr val="bg2"/>
                </a:solidFill>
                <a:latin typeface="+mn-lt"/>
                <a:cs typeface="Clever Sans OFFC" panose="020B0504050501040104" pitchFamily="34" charset="0"/>
              </a:rPr>
            </a:br>
            <a:r>
              <a:rPr lang="da-DK" altLang="da-DK" sz="900" b="0" noProof="1">
                <a:solidFill>
                  <a:schemeClr val="bg2"/>
                </a:solidFill>
                <a:latin typeface="+mn-lt"/>
                <a:cs typeface="Clever Sans OFFC" panose="020B0504050501040104" pitchFamily="34" charset="0"/>
              </a:rPr>
              <a:t>brug </a:t>
            </a:r>
            <a:r>
              <a:rPr lang="da-DK" altLang="da-DK" sz="900" b="1" noProof="1">
                <a:solidFill>
                  <a:schemeClr val="bg2"/>
                </a:solidFill>
                <a:latin typeface="+mn-lt"/>
                <a:cs typeface="Clever Sans OFFC" panose="020B0504050501040104" pitchFamily="34" charset="0"/>
              </a:rPr>
              <a:t>SHIFT+TAB</a:t>
            </a:r>
            <a:endParaRPr lang="da-DK" altLang="da-DK" sz="900" b="0" noProof="1">
              <a:solidFill>
                <a:schemeClr val="bg2"/>
              </a:solidFill>
              <a:latin typeface="+mn-lt"/>
              <a:cs typeface="Clever Sans OFFC" panose="020B0504050501040104" pitchFamily="34" charset="0"/>
            </a:endParaRPr>
          </a:p>
          <a:p>
            <a:pPr eaLnBrk="1" hangingPunct="1">
              <a:spcAft>
                <a:spcPts val="600"/>
              </a:spcAft>
              <a:defRPr/>
            </a:pPr>
            <a:r>
              <a:rPr lang="da-DK" altLang="da-DK" sz="900" b="0" noProof="1">
                <a:solidFill>
                  <a:schemeClr val="bg2"/>
                </a:solidFill>
                <a:latin typeface="+mn-lt"/>
                <a:cs typeface="Clever Sans OFFC" panose="020B0504050501040104" pitchFamily="34" charset="0"/>
              </a:rPr>
              <a:t>Alternativt kan </a:t>
            </a:r>
            <a:r>
              <a:rPr lang="da-DK" altLang="da-DK" sz="900" b="1" noProof="1">
                <a:solidFill>
                  <a:schemeClr val="bg2"/>
                </a:solidFill>
                <a:latin typeface="+mn-lt"/>
                <a:cs typeface="Clever Sans OFFC" panose="020B0504050501040104" pitchFamily="34" charset="0"/>
              </a:rPr>
              <a:t>Forøg</a:t>
            </a:r>
            <a:r>
              <a:rPr lang="da-DK" altLang="da-DK" sz="900" b="0" noProof="1">
                <a:solidFill>
                  <a:schemeClr val="bg2"/>
                </a:solidFill>
                <a:latin typeface="+mn-lt"/>
                <a:cs typeface="Clever Sans OFFC" panose="020B0504050501040104" pitchFamily="34" charset="0"/>
              </a:rPr>
              <a:t> og </a:t>
            </a:r>
            <a:r>
              <a:rPr lang="da-DK" altLang="da-DK" sz="900" b="1" noProof="1">
                <a:solidFill>
                  <a:schemeClr val="bg2"/>
                </a:solidFill>
                <a:latin typeface="+mn-lt"/>
                <a:cs typeface="Clever Sans OFFC" panose="020B0504050501040104" pitchFamily="34" charset="0"/>
              </a:rPr>
              <a:t>Formindsk</a:t>
            </a:r>
            <a:r>
              <a:rPr lang="da-DK" altLang="da-DK" sz="900" b="0" noProof="1">
                <a:solidFill>
                  <a:schemeClr val="bg2"/>
                </a:solidFill>
                <a:latin typeface="+mn-lt"/>
                <a:cs typeface="Clever Sans OFFC" panose="020B0504050501040104" pitchFamily="34" charset="0"/>
              </a:rPr>
              <a:t> listeniveau bruges</a:t>
            </a:r>
            <a:br>
              <a:rPr lang="da-DK" altLang="da-DK" sz="900" b="0" noProof="1">
                <a:solidFill>
                  <a:schemeClr val="bg2"/>
                </a:solidFill>
                <a:latin typeface="+mn-lt"/>
                <a:cs typeface="Clever Sans OFFC" panose="020B0504050501040104" pitchFamily="34" charset="0"/>
              </a:rPr>
            </a:br>
            <a:endParaRPr lang="da-DK" altLang="da-DK" sz="900" b="0" noProof="1">
              <a:solidFill>
                <a:schemeClr val="bg2"/>
              </a:solidFill>
              <a:latin typeface="+mn-lt"/>
              <a:cs typeface="Clever Sans OFFC" panose="020B0504050501040104" pitchFamily="34" charset="0"/>
            </a:endParaRPr>
          </a:p>
          <a:p>
            <a:pPr eaLnBrk="1" hangingPunct="1">
              <a:spcAft>
                <a:spcPts val="600"/>
              </a:spcAft>
              <a:defRPr/>
            </a:pPr>
            <a:r>
              <a:rPr lang="da-DK" sz="900" b="1" noProof="1">
                <a:solidFill>
                  <a:schemeClr val="bg2"/>
                </a:solidFill>
                <a:latin typeface="+mn-lt"/>
                <a:cs typeface="Clever Sans OFFC" panose="020B0504050501040104" pitchFamily="34" charset="0"/>
              </a:rPr>
              <a:t>TIP: Brug</a:t>
            </a:r>
            <a:r>
              <a:rPr lang="da-DK" sz="900" b="1" baseline="0" noProof="1">
                <a:solidFill>
                  <a:schemeClr val="bg2"/>
                </a:solidFill>
                <a:latin typeface="+mn-lt"/>
                <a:cs typeface="Clever Sans OFFC" panose="020B0504050501040104" pitchFamily="34" charset="0"/>
              </a:rPr>
              <a:t> bullet knappen</a:t>
            </a:r>
            <a:endParaRPr lang="da-DK" sz="900" b="1" noProof="1">
              <a:solidFill>
                <a:schemeClr val="bg2"/>
              </a:solidFill>
              <a:latin typeface="+mn-lt"/>
              <a:cs typeface="Clever Sans OFFC" panose="020B05040505010401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bg2"/>
                </a:solidFill>
                <a:latin typeface="+mn-lt"/>
                <a:cs typeface="Clever Sans OFFC" panose="020B0504050501040104" pitchFamily="34" charset="0"/>
              </a:rPr>
              <a:t>Fjern bullet for almindelig tekst.</a:t>
            </a:r>
            <a:br>
              <a:rPr lang="da-DK" altLang="da-DK" sz="900" b="0" noProof="1">
                <a:solidFill>
                  <a:schemeClr val="bg2"/>
                </a:solidFill>
                <a:latin typeface="+mn-lt"/>
                <a:cs typeface="Clever Sans OFFC" panose="020B0504050501040104" pitchFamily="34" charset="0"/>
              </a:rPr>
            </a:br>
            <a:r>
              <a:rPr lang="da-DK" altLang="da-DK" sz="900" b="0" noProof="1">
                <a:solidFill>
                  <a:schemeClr val="bg2"/>
                </a:solidFill>
                <a:latin typeface="+mn-lt"/>
                <a:cs typeface="Clever Sans OFFC" panose="020B0504050501040104" pitchFamily="34" charset="0"/>
              </a:rPr>
              <a:t>Klik på bullet knappen for at sætte korrekt bullet igen</a:t>
            </a:r>
          </a:p>
          <a:p>
            <a:pPr marL="0" marR="0" lvl="0" indent="0" algn="l" defTabSz="914400" rtl="0" eaLnBrk="1" fontAlgn="auto" latinLnBrk="0" hangingPunct="1">
              <a:lnSpc>
                <a:spcPct val="100000"/>
              </a:lnSpc>
              <a:spcBef>
                <a:spcPts val="0"/>
              </a:spcBef>
              <a:spcAft>
                <a:spcPts val="600"/>
              </a:spcAft>
              <a:buClrTx/>
              <a:buSzTx/>
              <a:buFontTx/>
              <a:buNone/>
              <a:tabLst/>
              <a:defRPr/>
            </a:pPr>
            <a:br>
              <a:rPr lang="da-DK" altLang="da-DK" sz="1600" b="1" noProof="1">
                <a:solidFill>
                  <a:schemeClr val="bg2"/>
                </a:solidFill>
                <a:latin typeface="+mn-lt"/>
                <a:cs typeface="Clever Sans OFFC" panose="020B0504050501040104" pitchFamily="34" charset="0"/>
              </a:rPr>
            </a:br>
            <a:r>
              <a:rPr lang="da-DK" sz="1600" dirty="0">
                <a:solidFill>
                  <a:schemeClr val="bg2"/>
                </a:solidFill>
                <a:latin typeface="+mn-lt"/>
                <a:cs typeface="Clever Sans OFFC" panose="020B0504050501040104" pitchFamily="34" charset="0"/>
              </a:rPr>
              <a:t>Slides og layout</a:t>
            </a:r>
            <a:br>
              <a:rPr lang="da-DK" altLang="da-DK" sz="1600" b="1" noProof="1">
                <a:solidFill>
                  <a:schemeClr val="bg2"/>
                </a:solidFill>
                <a:latin typeface="+mn-lt"/>
                <a:cs typeface="Clever Sans OFFC" panose="020B0504050501040104" pitchFamily="34" charset="0"/>
              </a:rPr>
            </a:br>
            <a:br>
              <a:rPr lang="da-DK" altLang="da-DK" sz="900" b="1" noProof="1">
                <a:solidFill>
                  <a:schemeClr val="bg2"/>
                </a:solidFill>
                <a:latin typeface="+mn-lt"/>
                <a:cs typeface="Clever Sans OFFC" panose="020B0504050501040104" pitchFamily="34" charset="0"/>
              </a:rPr>
            </a:br>
            <a:r>
              <a:rPr lang="da-DK" altLang="da-DK" sz="900" b="0" noProof="1">
                <a:solidFill>
                  <a:schemeClr val="bg2"/>
                </a:solidFill>
                <a:latin typeface="+mn-lt"/>
                <a:cs typeface="Clever Sans OFFC" panose="020B0504050501040104" pitchFamily="34" charset="0"/>
              </a:rPr>
              <a:t>Klik på menupunktet </a:t>
            </a:r>
            <a:r>
              <a:rPr lang="da-DK" altLang="da-DK" sz="900" b="1" noProof="1">
                <a:solidFill>
                  <a:schemeClr val="bg2"/>
                </a:solidFill>
                <a:latin typeface="+mn-lt"/>
                <a:cs typeface="Clever Sans OFFC" panose="020B0504050501040104" pitchFamily="34" charset="0"/>
              </a:rPr>
              <a:t>Nyt Slide </a:t>
            </a:r>
            <a:r>
              <a:rPr lang="da-DK" altLang="da-DK" sz="900" b="0" noProof="1">
                <a:solidFill>
                  <a:schemeClr val="bg2"/>
                </a:solidFill>
                <a:latin typeface="+mn-lt"/>
                <a:cs typeface="Clever Sans OFFC" panose="020B0504050501040104" pitchFamily="34" charset="0"/>
              </a:rPr>
              <a:t>i </a:t>
            </a:r>
            <a:r>
              <a:rPr lang="da-DK" altLang="da-DK" sz="900" b="1" noProof="1">
                <a:solidFill>
                  <a:schemeClr val="bg2"/>
                </a:solidFill>
                <a:latin typeface="+mn-lt"/>
                <a:cs typeface="Clever Sans OFFC" panose="020B0504050501040104" pitchFamily="34" charset="0"/>
              </a:rPr>
              <a:t>Hjem</a:t>
            </a:r>
            <a:r>
              <a:rPr lang="da-DK" altLang="da-DK" sz="900" b="0" noProof="1">
                <a:solidFill>
                  <a:schemeClr val="bg2"/>
                </a:solidFill>
                <a:latin typeface="+mn-lt"/>
                <a:cs typeface="Clever Sans OFFC" panose="020B0504050501040104" pitchFamily="34" charset="0"/>
              </a:rPr>
              <a:t> fanen for at indsætte nyt slide</a:t>
            </a:r>
            <a:br>
              <a:rPr lang="da-DK" altLang="da-DK" sz="900" b="0" noProof="1">
                <a:solidFill>
                  <a:schemeClr val="bg2"/>
                </a:solidFill>
                <a:latin typeface="+mn-lt"/>
                <a:cs typeface="Clever Sans OFFC" panose="020B0504050501040104" pitchFamily="34" charset="0"/>
              </a:rPr>
            </a:br>
            <a:br>
              <a:rPr lang="da-DK" altLang="da-DK" sz="900" b="0" noProof="1">
                <a:solidFill>
                  <a:schemeClr val="bg2"/>
                </a:solidFill>
                <a:latin typeface="+mn-lt"/>
                <a:cs typeface="Clever Sans OFFC" panose="020B0504050501040104" pitchFamily="34" charset="0"/>
              </a:rPr>
            </a:br>
            <a:r>
              <a:rPr lang="da-DK" altLang="da-DK" sz="900" b="1" noProof="1">
                <a:solidFill>
                  <a:schemeClr val="bg2"/>
                </a:solidFill>
                <a:latin typeface="+mn-lt"/>
                <a:cs typeface="Clever Sans OFFC" panose="020B0504050501040104" pitchFamily="34" charset="0"/>
              </a:rPr>
              <a:t>Ændre layout</a:t>
            </a:r>
            <a:endParaRPr lang="da-DK" altLang="da-DK" sz="900" b="0" noProof="1">
              <a:solidFill>
                <a:schemeClr val="bg2"/>
              </a:solidFill>
              <a:latin typeface="+mn-lt"/>
              <a:cs typeface="Clever Sans OFFC" panose="020B0504050501040104" pitchFamily="34" charset="0"/>
            </a:endParaRPr>
          </a:p>
          <a:p>
            <a:pPr eaLnBrk="1" hangingPunct="1">
              <a:spcAft>
                <a:spcPts val="600"/>
              </a:spcAft>
              <a:defRPr/>
            </a:pPr>
            <a:r>
              <a:rPr lang="da-DK" altLang="da-DK" sz="900" b="0" noProof="1">
                <a:solidFill>
                  <a:schemeClr val="bg2"/>
                </a:solidFill>
                <a:latin typeface="+mn-lt"/>
                <a:cs typeface="Clever Sans OFFC" panose="020B0504050501040104" pitchFamily="34" charset="0"/>
              </a:rPr>
              <a:t>Klik på pilen</a:t>
            </a:r>
            <a:r>
              <a:rPr lang="da-DK" altLang="da-DK" sz="900" b="0" baseline="0" noProof="1">
                <a:solidFill>
                  <a:schemeClr val="bg2"/>
                </a:solidFill>
                <a:latin typeface="+mn-lt"/>
                <a:cs typeface="Clever Sans OFFC" panose="020B0504050501040104" pitchFamily="34" charset="0"/>
              </a:rPr>
              <a:t> ved siden af </a:t>
            </a:r>
            <a:r>
              <a:rPr lang="da-DK" altLang="da-DK" sz="900" b="1" baseline="0" noProof="1">
                <a:solidFill>
                  <a:schemeClr val="bg2"/>
                </a:solidFill>
                <a:latin typeface="+mn-lt"/>
                <a:cs typeface="Clever Sans OFFC" panose="020B0504050501040104" pitchFamily="34" charset="0"/>
              </a:rPr>
              <a:t>Layout</a:t>
            </a:r>
            <a:br>
              <a:rPr lang="da-DK" altLang="da-DK" sz="900" b="0" baseline="0" noProof="1">
                <a:solidFill>
                  <a:schemeClr val="bg2"/>
                </a:solidFill>
                <a:latin typeface="+mn-lt"/>
                <a:cs typeface="Clever Sans OFFC" panose="020B0504050501040104" pitchFamily="34" charset="0"/>
              </a:rPr>
            </a:br>
            <a:r>
              <a:rPr lang="da-DK" altLang="da-DK" sz="900" b="0" baseline="0" noProof="1">
                <a:solidFill>
                  <a:schemeClr val="bg2"/>
                </a:solidFill>
                <a:latin typeface="+mn-lt"/>
                <a:cs typeface="Clever Sans OFFC" panose="020B0504050501040104" pitchFamily="34" charset="0"/>
              </a:rPr>
              <a:t>for at få vist en dropdown menu af </a:t>
            </a:r>
            <a:br>
              <a:rPr lang="da-DK" altLang="da-DK" sz="900" b="0" baseline="0" noProof="1">
                <a:solidFill>
                  <a:schemeClr val="bg2"/>
                </a:solidFill>
                <a:latin typeface="+mn-lt"/>
                <a:cs typeface="Clever Sans OFFC" panose="020B0504050501040104" pitchFamily="34" charset="0"/>
              </a:rPr>
            </a:br>
            <a:r>
              <a:rPr lang="da-DK" altLang="da-DK" sz="900" b="0" baseline="0" noProof="1">
                <a:solidFill>
                  <a:schemeClr val="bg2"/>
                </a:solidFill>
                <a:latin typeface="+mn-lt"/>
                <a:cs typeface="Clever Sans OFFC" panose="020B0504050501040104" pitchFamily="34" charset="0"/>
              </a:rPr>
              <a:t>mulige slides layout</a:t>
            </a:r>
            <a:endParaRPr lang="da-DK" altLang="da-DK" sz="900" b="0" noProof="1">
              <a:solidFill>
                <a:schemeClr val="bg2"/>
              </a:solidFill>
              <a:latin typeface="+mn-lt"/>
              <a:cs typeface="Clever Sans OFFC" panose="020B0504050501040104" pitchFamily="34" charset="0"/>
            </a:endParaRPr>
          </a:p>
        </p:txBody>
      </p:sp>
      <p:sp>
        <p:nvSpPr>
          <p:cNvPr id="28" name="Text Box 3">
            <a:extLst>
              <a:ext uri="{FF2B5EF4-FFF2-40B4-BE49-F238E27FC236}">
                <a16:creationId xmlns:a16="http://schemas.microsoft.com/office/drawing/2014/main" id="{F5D76AC5-956B-497C-88E2-05290D3AAF8A}"/>
              </a:ext>
            </a:extLst>
          </p:cNvPr>
          <p:cNvSpPr txBox="1">
            <a:spLocks noChangeArrowheads="1"/>
          </p:cNvSpPr>
          <p:nvPr userDrawn="1"/>
        </p:nvSpPr>
        <p:spPr bwMode="auto">
          <a:xfrm>
            <a:off x="5051425" y="2239200"/>
            <a:ext cx="2953629" cy="40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Clever Sans OFFC" charset="0"/>
              </a:defRPr>
            </a:lvl1pPr>
            <a:lvl2pPr marL="742950" indent="-285750" eaLnBrk="0" hangingPunct="0">
              <a:defRPr>
                <a:solidFill>
                  <a:schemeClr val="tx1"/>
                </a:solidFill>
                <a:latin typeface="Clever Sans OFFC" charset="0"/>
              </a:defRPr>
            </a:lvl2pPr>
            <a:lvl3pPr marL="1143000" indent="-228600" eaLnBrk="0" hangingPunct="0">
              <a:defRPr>
                <a:solidFill>
                  <a:schemeClr val="tx1"/>
                </a:solidFill>
                <a:latin typeface="Clever Sans OFFC" charset="0"/>
              </a:defRPr>
            </a:lvl3pPr>
            <a:lvl4pPr marL="1600200" indent="-228600" eaLnBrk="0" hangingPunct="0">
              <a:defRPr>
                <a:solidFill>
                  <a:schemeClr val="tx1"/>
                </a:solidFill>
                <a:latin typeface="Clever Sans OFFC" charset="0"/>
              </a:defRPr>
            </a:lvl4pPr>
            <a:lvl5pPr marL="2057400" indent="-228600" eaLnBrk="0" hangingPunct="0">
              <a:defRPr>
                <a:solidFill>
                  <a:schemeClr val="tx1"/>
                </a:solidFill>
                <a:latin typeface="Clever Sans OFFC" charset="0"/>
              </a:defRPr>
            </a:lvl5pPr>
            <a:lvl6pPr marL="2514600" indent="-228600" eaLnBrk="0" fontAlgn="base" hangingPunct="0">
              <a:spcBef>
                <a:spcPct val="0"/>
              </a:spcBef>
              <a:spcAft>
                <a:spcPct val="0"/>
              </a:spcAft>
              <a:defRPr>
                <a:solidFill>
                  <a:schemeClr val="tx1"/>
                </a:solidFill>
                <a:latin typeface="Clever Sans OFFC" charset="0"/>
              </a:defRPr>
            </a:lvl6pPr>
            <a:lvl7pPr marL="2971800" indent="-228600" eaLnBrk="0" fontAlgn="base" hangingPunct="0">
              <a:spcBef>
                <a:spcPct val="0"/>
              </a:spcBef>
              <a:spcAft>
                <a:spcPct val="0"/>
              </a:spcAft>
              <a:defRPr>
                <a:solidFill>
                  <a:schemeClr val="tx1"/>
                </a:solidFill>
                <a:latin typeface="Clever Sans OFFC" charset="0"/>
              </a:defRPr>
            </a:lvl7pPr>
            <a:lvl8pPr marL="3429000" indent="-228600" eaLnBrk="0" fontAlgn="base" hangingPunct="0">
              <a:spcBef>
                <a:spcPct val="0"/>
              </a:spcBef>
              <a:spcAft>
                <a:spcPct val="0"/>
              </a:spcAft>
              <a:defRPr>
                <a:solidFill>
                  <a:schemeClr val="tx1"/>
                </a:solidFill>
                <a:latin typeface="Clever Sans OFFC" charset="0"/>
              </a:defRPr>
            </a:lvl8pPr>
            <a:lvl9pPr marL="3886200" indent="-228600" eaLnBrk="0" fontAlgn="base" hangingPunct="0">
              <a:spcBef>
                <a:spcPct val="0"/>
              </a:spcBef>
              <a:spcAft>
                <a:spcPct val="0"/>
              </a:spcAft>
              <a:defRPr>
                <a:solidFill>
                  <a:schemeClr val="tx1"/>
                </a:solidFill>
                <a:latin typeface="Clever Sans OFFC" charset="0"/>
              </a:defRPr>
            </a:lvl9pPr>
          </a:lstStyle>
          <a:p>
            <a:pPr fontAlgn="auto">
              <a:spcBef>
                <a:spcPts val="1200"/>
              </a:spcBef>
              <a:spcAft>
                <a:spcPts val="600"/>
              </a:spcAft>
              <a:buFont typeface="+mj-lt"/>
              <a:buNone/>
              <a:defRPr/>
            </a:pPr>
            <a:r>
              <a:rPr lang="da-DK" sz="900" b="1" noProof="1">
                <a:solidFill>
                  <a:schemeClr val="bg2"/>
                </a:solidFill>
                <a:latin typeface="+mn-lt"/>
                <a:cs typeface="Clever Sans OFFC" panose="020B0504050501040104" pitchFamily="34" charset="0"/>
              </a:rPr>
              <a:t>Nulstil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da-DK" altLang="da-DK" sz="900" b="1" noProof="1">
                <a:solidFill>
                  <a:schemeClr val="bg2"/>
                </a:solidFill>
                <a:latin typeface="+mn-lt"/>
                <a:cs typeface="Clever Sans OFFC" panose="020B0504050501040104" pitchFamily="34" charset="0"/>
              </a:rPr>
              <a:t>1. </a:t>
            </a:r>
            <a:r>
              <a:rPr lang="da-DK" altLang="da-DK" sz="900" b="0" noProof="1">
                <a:solidFill>
                  <a:schemeClr val="bg2"/>
                </a:solidFill>
                <a:latin typeface="+mn-lt"/>
                <a:cs typeface="Clever Sans OFFC" panose="020B0504050501040104" pitchFamily="34" charset="0"/>
              </a:rPr>
              <a:t>Klik på </a:t>
            </a:r>
            <a:r>
              <a:rPr lang="da-DK" altLang="da-DK" sz="900" b="1" noProof="1">
                <a:solidFill>
                  <a:schemeClr val="bg2"/>
                </a:solidFill>
                <a:latin typeface="+mn-lt"/>
                <a:cs typeface="Clever Sans OFFC" panose="020B0504050501040104" pitchFamily="34" charset="0"/>
              </a:rPr>
              <a:t>Hjem</a:t>
            </a:r>
            <a:r>
              <a:rPr lang="da-DK" altLang="da-DK" sz="900" b="0" noProof="1">
                <a:solidFill>
                  <a:schemeClr val="bg2"/>
                </a:solidFill>
                <a:latin typeface="+mn-lt"/>
                <a:cs typeface="Clever Sans OFFC" panose="020B0504050501040104" pitchFamily="34" charset="0"/>
              </a:rPr>
              <a:t> knappen</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da-DK" altLang="da-DK" sz="900" b="1" noProof="1">
                <a:solidFill>
                  <a:schemeClr val="bg2"/>
                </a:solidFill>
                <a:latin typeface="+mn-lt"/>
                <a:cs typeface="Clever Sans OFFC" panose="020B0504050501040104" pitchFamily="34" charset="0"/>
              </a:rPr>
              <a:t>2. </a:t>
            </a:r>
            <a:r>
              <a:rPr lang="da-DK" altLang="da-DK" sz="900" b="0" noProof="1">
                <a:solidFill>
                  <a:schemeClr val="bg2"/>
                </a:solidFill>
                <a:latin typeface="+mn-lt"/>
                <a:cs typeface="Clever Sans OFFC" panose="020B0504050501040104" pitchFamily="34" charset="0"/>
              </a:rPr>
              <a:t>Vælg </a:t>
            </a:r>
            <a:r>
              <a:rPr lang="da-DK" altLang="da-DK" sz="900" b="1" noProof="1">
                <a:solidFill>
                  <a:schemeClr val="bg2"/>
                </a:solidFill>
                <a:latin typeface="+mn-lt"/>
                <a:cs typeface="Clever Sans OFFC" panose="020B0504050501040104" pitchFamily="34" charset="0"/>
              </a:rPr>
              <a:t>Nulstil</a:t>
            </a:r>
            <a:r>
              <a:rPr lang="da-DK" altLang="da-DK" sz="900" b="0" noProof="1">
                <a:solidFill>
                  <a:schemeClr val="bg2"/>
                </a:solidFill>
                <a:latin typeface="+mn-lt"/>
                <a:cs typeface="Clever Sans OFFC" panose="020B0504050501040104" pitchFamily="34" charset="0"/>
              </a:rPr>
              <a:t> for at nulstille placering, størrelse og formatering af pladsholdere til layoutets oprindelige design i </a:t>
            </a:r>
            <a:r>
              <a:rPr lang="da-DK" altLang="da-DK" sz="900" b="1" noProof="1">
                <a:solidFill>
                  <a:schemeClr val="bg2"/>
                </a:solidFill>
                <a:latin typeface="+mn-lt"/>
                <a:cs typeface="Clever Sans OFFC" panose="020B0504050501040104" pitchFamily="34" charset="0"/>
              </a:rPr>
              <a:t>Hjem</a:t>
            </a:r>
            <a:r>
              <a:rPr lang="da-DK" altLang="da-DK" sz="900" b="0" noProof="1">
                <a:solidFill>
                  <a:schemeClr val="bg2"/>
                </a:solidFill>
                <a:latin typeface="+mn-lt"/>
                <a:cs typeface="Clever Sans OFFC" panose="020B0504050501040104" pitchFamily="34" charset="0"/>
              </a:rPr>
              <a:t> fanen</a:t>
            </a:r>
            <a:endParaRPr lang="da-DK" sz="900" b="1" noProof="1">
              <a:solidFill>
                <a:schemeClr val="bg2"/>
              </a:solidFill>
              <a:latin typeface="+mn-lt"/>
              <a:cs typeface="Clever Sans OFFC" panose="020B0504050501040104" pitchFamily="34" charset="0"/>
            </a:endParaRPr>
          </a:p>
          <a:p>
            <a:pPr marL="0" marR="0" indent="0" algn="l" defTabSz="914400" rtl="0" eaLnBrk="1" fontAlgn="auto" latinLnBrk="0" hangingPunct="1">
              <a:lnSpc>
                <a:spcPct val="100000"/>
              </a:lnSpc>
              <a:spcBef>
                <a:spcPts val="0"/>
              </a:spcBef>
              <a:spcAft>
                <a:spcPts val="600"/>
              </a:spcAft>
              <a:buClrTx/>
              <a:buSzTx/>
              <a:buFont typeface="+mj-lt"/>
              <a:buNone/>
              <a:tabLst/>
              <a:defRPr/>
            </a:pPr>
            <a:endParaRPr lang="da-DK" sz="900" b="1" noProof="1">
              <a:solidFill>
                <a:schemeClr val="bg2"/>
              </a:solidFill>
              <a:latin typeface="+mn-lt"/>
              <a:cs typeface="Clever Sans OFFC" panose="020B05040505010401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solidFill>
                  <a:schemeClr val="bg2"/>
                </a:solidFill>
                <a:latin typeface="+mn-lt"/>
                <a:cs typeface="Clever Sans OFFC" panose="020B0504050501040104" pitchFamily="34" charset="0"/>
              </a:rPr>
              <a:t>Billeder</a:t>
            </a: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bg2"/>
                </a:solidFill>
                <a:latin typeface="+mn-lt"/>
                <a:cs typeface="Clever Sans OFFC" panose="020B0504050501040104" pitchFamily="34" charset="0"/>
              </a:rPr>
              <a:t>På slides med billedpladsholder, </a:t>
            </a:r>
            <a:br>
              <a:rPr lang="da-DK" altLang="da-DK" sz="900" b="0" noProof="1">
                <a:solidFill>
                  <a:schemeClr val="bg2"/>
                </a:solidFill>
                <a:latin typeface="+mn-lt"/>
                <a:cs typeface="Clever Sans OFFC" panose="020B0504050501040104" pitchFamily="34" charset="0"/>
              </a:rPr>
            </a:br>
            <a:r>
              <a:rPr lang="da-DK" altLang="da-DK" sz="900" b="0" noProof="1">
                <a:solidFill>
                  <a:schemeClr val="bg2"/>
                </a:solidFill>
                <a:latin typeface="+mn-lt"/>
                <a:cs typeface="Clever Sans OFFC" panose="020B0504050501040104" pitchFamily="34" charset="0"/>
              </a:rPr>
              <a:t>klik på ikonet og vælg </a:t>
            </a:r>
            <a:r>
              <a:rPr lang="da-DK" altLang="da-DK" sz="900" b="1" noProof="1">
                <a:solidFill>
                  <a:schemeClr val="bg2"/>
                </a:solidFill>
                <a:latin typeface="+mn-lt"/>
                <a:cs typeface="Clever Sans OFFC" panose="020B0504050501040104" pitchFamily="34" charset="0"/>
              </a:rPr>
              <a:t>Indsæt </a:t>
            </a:r>
            <a:r>
              <a:rPr lang="da-DK" altLang="da-DK" sz="900" b="0" noProof="1">
                <a:solidFill>
                  <a:schemeClr val="bg2"/>
                </a:solidFill>
                <a:latin typeface="+mn-lt"/>
                <a:cs typeface="Clever Sans OFFC" panose="020B0504050501040104" pitchFamily="34" charset="0"/>
              </a:rPr>
              <a:t>for at søge efter billede</a:t>
            </a:r>
          </a:p>
          <a:p>
            <a:pPr eaLnBrk="1" hangingPunct="1">
              <a:spcBef>
                <a:spcPts val="1200"/>
              </a:spcBef>
              <a:spcAft>
                <a:spcPts val="600"/>
              </a:spcAft>
              <a:defRPr/>
            </a:pPr>
            <a:r>
              <a:rPr lang="da-DK" sz="900" b="1" noProof="1">
                <a:solidFill>
                  <a:schemeClr val="bg2"/>
                </a:solidFill>
                <a:latin typeface="+mn-lt"/>
                <a:cs typeface="Clever Sans OFFC" panose="020B0504050501040104" pitchFamily="34" charset="0"/>
              </a:rPr>
              <a:t>Beskær billede</a:t>
            </a:r>
          </a:p>
          <a:p>
            <a:pPr eaLnBrk="1" hangingPunct="1">
              <a:spcAft>
                <a:spcPts val="600"/>
              </a:spcAft>
              <a:defRPr/>
            </a:pPr>
            <a:r>
              <a:rPr lang="da-DK" altLang="da-DK" sz="900" b="1" noProof="1">
                <a:solidFill>
                  <a:schemeClr val="bg2"/>
                </a:solidFill>
                <a:latin typeface="+mn-lt"/>
                <a:cs typeface="Clever Sans OFFC" panose="020B0504050501040104" pitchFamily="34" charset="0"/>
              </a:rPr>
              <a:t>1. </a:t>
            </a:r>
            <a:r>
              <a:rPr lang="da-DK" altLang="da-DK" sz="900" b="0" noProof="1">
                <a:solidFill>
                  <a:schemeClr val="bg2"/>
                </a:solidFill>
                <a:latin typeface="+mn-lt"/>
                <a:cs typeface="Clever Sans OFFC" panose="020B0504050501040104" pitchFamily="34" charset="0"/>
              </a:rPr>
              <a:t>Klik </a:t>
            </a:r>
            <a:r>
              <a:rPr lang="da-DK" altLang="da-DK" sz="900" b="1" noProof="1">
                <a:solidFill>
                  <a:schemeClr val="bg2"/>
                </a:solidFill>
                <a:latin typeface="+mn-lt"/>
                <a:cs typeface="Clever Sans OFFC" panose="020B0504050501040104" pitchFamily="34" charset="0"/>
              </a:rPr>
              <a:t>Beskær</a:t>
            </a:r>
            <a:r>
              <a:rPr lang="da-DK" altLang="da-DK" sz="900" b="0" noProof="1">
                <a:solidFill>
                  <a:schemeClr val="bg2"/>
                </a:solidFill>
                <a:latin typeface="+mn-lt"/>
                <a:cs typeface="Clever Sans OFFC" panose="020B0504050501040104" pitchFamily="34" charset="0"/>
              </a:rPr>
              <a:t> for at ændre </a:t>
            </a:r>
            <a:br>
              <a:rPr lang="da-DK" altLang="da-DK" sz="900" b="0" noProof="1">
                <a:solidFill>
                  <a:schemeClr val="bg2"/>
                </a:solidFill>
                <a:latin typeface="+mn-lt"/>
                <a:cs typeface="Clever Sans OFFC" panose="020B0504050501040104" pitchFamily="34" charset="0"/>
              </a:rPr>
            </a:br>
            <a:r>
              <a:rPr lang="da-DK" altLang="da-DK" sz="900" b="0" noProof="1">
                <a:solidFill>
                  <a:schemeClr val="bg2"/>
                </a:solidFill>
                <a:latin typeface="+mn-lt"/>
                <a:cs typeface="Clever Sans OFFC" panose="020B0504050501040104" pitchFamily="34" charset="0"/>
              </a:rPr>
              <a:t>billedets fokus/størrelse</a:t>
            </a:r>
          </a:p>
          <a:p>
            <a:pPr eaLnBrk="1" hangingPunct="1">
              <a:spcAft>
                <a:spcPts val="600"/>
              </a:spcAft>
              <a:defRPr/>
            </a:pPr>
            <a:r>
              <a:rPr lang="da-DK" altLang="da-DK" sz="900" b="1" noProof="1">
                <a:solidFill>
                  <a:schemeClr val="bg2"/>
                </a:solidFill>
                <a:latin typeface="+mn-lt"/>
                <a:cs typeface="Clever Sans OFFC" panose="020B0504050501040104" pitchFamily="34" charset="0"/>
              </a:rPr>
              <a:t>2. </a:t>
            </a:r>
            <a:r>
              <a:rPr lang="da-DK" altLang="da-DK" sz="900" b="0" noProof="1">
                <a:solidFill>
                  <a:schemeClr val="bg2"/>
                </a:solidFill>
                <a:latin typeface="+mn-lt"/>
                <a:cs typeface="Clever Sans OFFC" panose="020B0504050501040104" pitchFamily="34" charset="0"/>
              </a:rPr>
              <a:t>Ønsker du at skalere billedet, så </a:t>
            </a:r>
            <a:br>
              <a:rPr lang="da-DK" altLang="da-DK" sz="900" b="0" noProof="1">
                <a:solidFill>
                  <a:schemeClr val="bg2"/>
                </a:solidFill>
                <a:latin typeface="+mn-lt"/>
                <a:cs typeface="Clever Sans OFFC" panose="020B0504050501040104" pitchFamily="34" charset="0"/>
              </a:rPr>
            </a:br>
            <a:r>
              <a:rPr lang="da-DK" altLang="da-DK" sz="900" b="0" noProof="1">
                <a:solidFill>
                  <a:schemeClr val="bg2"/>
                </a:solidFill>
                <a:latin typeface="+mn-lt"/>
                <a:cs typeface="Clever Sans OFFC" panose="020B0504050501040104" pitchFamily="34" charset="0"/>
              </a:rPr>
              <a:t>hold </a:t>
            </a:r>
            <a:r>
              <a:rPr lang="da-DK" altLang="da-DK" sz="900" b="1" noProof="1">
                <a:solidFill>
                  <a:schemeClr val="bg2"/>
                </a:solidFill>
                <a:latin typeface="+mn-lt"/>
                <a:cs typeface="Clever Sans OFFC" panose="020B0504050501040104" pitchFamily="34" charset="0"/>
              </a:rPr>
              <a:t>SHIFT</a:t>
            </a:r>
            <a:r>
              <a:rPr lang="da-DK" altLang="da-DK" sz="900" b="0" noProof="1">
                <a:solidFill>
                  <a:schemeClr val="bg2"/>
                </a:solidFill>
                <a:latin typeface="+mn-lt"/>
                <a:cs typeface="Clever Sans OFFC" panose="020B0504050501040104" pitchFamily="34" charset="0"/>
              </a:rPr>
              <a:t>-knappen nede, mens </a:t>
            </a:r>
            <a:br>
              <a:rPr lang="da-DK" altLang="da-DK" sz="900" b="0" noProof="1">
                <a:solidFill>
                  <a:schemeClr val="bg2"/>
                </a:solidFill>
                <a:latin typeface="+mn-lt"/>
                <a:cs typeface="Clever Sans OFFC" panose="020B0504050501040104" pitchFamily="34" charset="0"/>
              </a:rPr>
            </a:br>
            <a:r>
              <a:rPr lang="da-DK" altLang="da-DK" sz="900" b="0" noProof="1">
                <a:solidFill>
                  <a:schemeClr val="bg2"/>
                </a:solidFill>
                <a:latin typeface="+mn-lt"/>
                <a:cs typeface="Clever Sans OFFC" panose="020B0504050501040104" pitchFamily="34" charset="0"/>
              </a:rPr>
              <a:t>du trækker i billedets hjørner</a:t>
            </a:r>
          </a:p>
          <a:p>
            <a:pPr eaLnBrk="1" hangingPunct="1">
              <a:spcAft>
                <a:spcPts val="600"/>
              </a:spcAft>
              <a:defRPr/>
            </a:pPr>
            <a:br>
              <a:rPr lang="da-DK" altLang="da-DK" sz="900" b="0" noProof="1">
                <a:solidFill>
                  <a:schemeClr val="bg2"/>
                </a:solidFill>
                <a:latin typeface="+mn-lt"/>
                <a:cs typeface="Clever Sans OFFC" panose="020B0504050501040104" pitchFamily="34" charset="0"/>
              </a:rPr>
            </a:br>
            <a:r>
              <a:rPr lang="da-DK" altLang="da-DK" sz="900" b="1" noProof="1">
                <a:solidFill>
                  <a:schemeClr val="bg2"/>
                </a:solidFill>
                <a:latin typeface="+mn-lt"/>
                <a:cs typeface="Clever Sans OFFC" panose="020B0504050501040104" pitchFamily="34" charset="0"/>
              </a:rPr>
              <a:t>TIP: </a:t>
            </a:r>
            <a:r>
              <a:rPr lang="da-DK" altLang="da-DK" sz="900" b="0" noProof="1">
                <a:solidFill>
                  <a:schemeClr val="bg2"/>
                </a:solidFill>
                <a:latin typeface="+mn-lt"/>
                <a:cs typeface="Clever Sans OFFC" panose="020B0504050501040104" pitchFamily="34" charset="0"/>
              </a:rPr>
              <a:t>Hvis du sletter billedet og </a:t>
            </a:r>
            <a:br>
              <a:rPr lang="da-DK" altLang="da-DK" sz="900" b="0" noProof="1">
                <a:solidFill>
                  <a:schemeClr val="bg2"/>
                </a:solidFill>
                <a:latin typeface="+mn-lt"/>
                <a:cs typeface="Clever Sans OFFC" panose="020B0504050501040104" pitchFamily="34" charset="0"/>
              </a:rPr>
            </a:br>
            <a:r>
              <a:rPr lang="da-DK" altLang="da-DK" sz="900" b="0" noProof="1">
                <a:solidFill>
                  <a:schemeClr val="bg2"/>
                </a:solidFill>
                <a:latin typeface="+mn-lt"/>
                <a:cs typeface="Clever Sans OFFC" panose="020B0504050501040104" pitchFamily="34" charset="0"/>
              </a:rPr>
              <a:t>indsætter et nyt, kan billedet lægge </a:t>
            </a:r>
            <a:br>
              <a:rPr lang="da-DK" altLang="da-DK" sz="900" b="0" noProof="1">
                <a:solidFill>
                  <a:schemeClr val="bg2"/>
                </a:solidFill>
                <a:latin typeface="+mn-lt"/>
                <a:cs typeface="Clever Sans OFFC" panose="020B0504050501040104" pitchFamily="34" charset="0"/>
              </a:rPr>
            </a:br>
            <a:r>
              <a:rPr lang="da-DK" altLang="da-DK" sz="900" b="0" noProof="1">
                <a:solidFill>
                  <a:schemeClr val="bg2"/>
                </a:solidFill>
                <a:latin typeface="+mn-lt"/>
                <a:cs typeface="Clever Sans OFFC" panose="020B0504050501040104" pitchFamily="34" charset="0"/>
              </a:rPr>
              <a:t>sig foran tekst og grafik. Hvis dette sker, højreklik på billedet og vælg </a:t>
            </a:r>
            <a:r>
              <a:rPr lang="da-DK" altLang="da-DK" sz="900" b="1" noProof="1">
                <a:solidFill>
                  <a:schemeClr val="bg2"/>
                </a:solidFill>
                <a:latin typeface="+mn-lt"/>
                <a:cs typeface="Clever Sans OFFC" panose="020B0504050501040104" pitchFamily="34" charset="0"/>
              </a:rPr>
              <a:t>Placer bagest</a:t>
            </a:r>
          </a:p>
          <a:p>
            <a:pPr eaLnBrk="1" hangingPunct="1">
              <a:spcAft>
                <a:spcPts val="600"/>
              </a:spcAft>
              <a:defRPr/>
            </a:pPr>
            <a:endParaRPr lang="da-DK" altLang="da-DK" sz="900" b="1" noProof="1">
              <a:solidFill>
                <a:schemeClr val="bg2"/>
              </a:solidFill>
              <a:latin typeface="+mn-lt"/>
              <a:cs typeface="Clever Sans OFFC" panose="020B0504050501040104" pitchFamily="34" charset="0"/>
            </a:endParaRPr>
          </a:p>
        </p:txBody>
      </p:sp>
      <p:sp>
        <p:nvSpPr>
          <p:cNvPr id="30" name="Text Box 4">
            <a:extLst>
              <a:ext uri="{FF2B5EF4-FFF2-40B4-BE49-F238E27FC236}">
                <a16:creationId xmlns:a16="http://schemas.microsoft.com/office/drawing/2014/main" id="{460FBAEE-DC7E-44A6-BEA8-1DCAE4DE7726}"/>
              </a:ext>
            </a:extLst>
          </p:cNvPr>
          <p:cNvSpPr txBox="1">
            <a:spLocks noChangeArrowheads="1"/>
          </p:cNvSpPr>
          <p:nvPr userDrawn="1"/>
        </p:nvSpPr>
        <p:spPr bwMode="auto">
          <a:xfrm>
            <a:off x="8904288" y="2239200"/>
            <a:ext cx="2890838"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Clever Sans OFFC" charset="0"/>
              </a:defRPr>
            </a:lvl1pPr>
            <a:lvl2pPr marL="742950" indent="-285750" eaLnBrk="0" hangingPunct="0">
              <a:defRPr>
                <a:solidFill>
                  <a:schemeClr val="tx1"/>
                </a:solidFill>
                <a:latin typeface="Clever Sans OFFC" charset="0"/>
              </a:defRPr>
            </a:lvl2pPr>
            <a:lvl3pPr marL="1143000" indent="-228600" eaLnBrk="0" hangingPunct="0">
              <a:defRPr>
                <a:solidFill>
                  <a:schemeClr val="tx1"/>
                </a:solidFill>
                <a:latin typeface="Clever Sans OFFC" charset="0"/>
              </a:defRPr>
            </a:lvl3pPr>
            <a:lvl4pPr marL="1600200" indent="-228600" eaLnBrk="0" hangingPunct="0">
              <a:defRPr>
                <a:solidFill>
                  <a:schemeClr val="tx1"/>
                </a:solidFill>
                <a:latin typeface="Clever Sans OFFC" charset="0"/>
              </a:defRPr>
            </a:lvl4pPr>
            <a:lvl5pPr marL="2057400" indent="-228600" eaLnBrk="0" hangingPunct="0">
              <a:defRPr>
                <a:solidFill>
                  <a:schemeClr val="tx1"/>
                </a:solidFill>
                <a:latin typeface="Clever Sans OFFC" charset="0"/>
              </a:defRPr>
            </a:lvl5pPr>
            <a:lvl6pPr marL="2514600" indent="-228600" eaLnBrk="0" fontAlgn="base" hangingPunct="0">
              <a:spcBef>
                <a:spcPct val="0"/>
              </a:spcBef>
              <a:spcAft>
                <a:spcPct val="0"/>
              </a:spcAft>
              <a:defRPr>
                <a:solidFill>
                  <a:schemeClr val="tx1"/>
                </a:solidFill>
                <a:latin typeface="Clever Sans OFFC" charset="0"/>
              </a:defRPr>
            </a:lvl6pPr>
            <a:lvl7pPr marL="2971800" indent="-228600" eaLnBrk="0" fontAlgn="base" hangingPunct="0">
              <a:spcBef>
                <a:spcPct val="0"/>
              </a:spcBef>
              <a:spcAft>
                <a:spcPct val="0"/>
              </a:spcAft>
              <a:defRPr>
                <a:solidFill>
                  <a:schemeClr val="tx1"/>
                </a:solidFill>
                <a:latin typeface="Clever Sans OFFC" charset="0"/>
              </a:defRPr>
            </a:lvl7pPr>
            <a:lvl8pPr marL="3429000" indent="-228600" eaLnBrk="0" fontAlgn="base" hangingPunct="0">
              <a:spcBef>
                <a:spcPct val="0"/>
              </a:spcBef>
              <a:spcAft>
                <a:spcPct val="0"/>
              </a:spcAft>
              <a:defRPr>
                <a:solidFill>
                  <a:schemeClr val="tx1"/>
                </a:solidFill>
                <a:latin typeface="Clever Sans OFFC" charset="0"/>
              </a:defRPr>
            </a:lvl8pPr>
            <a:lvl9pPr marL="3886200" indent="-228600" eaLnBrk="0" fontAlgn="base" hangingPunct="0">
              <a:spcBef>
                <a:spcPct val="0"/>
              </a:spcBef>
              <a:spcAft>
                <a:spcPct val="0"/>
              </a:spcAft>
              <a:defRPr>
                <a:solidFill>
                  <a:schemeClr val="tx1"/>
                </a:solidFill>
                <a:latin typeface="Clever Sans OFFC" charset="0"/>
              </a:defRPr>
            </a:lvl9pPr>
          </a:lstStyle>
          <a:p>
            <a:pPr eaLnBrk="1" hangingPunct="1">
              <a:spcAft>
                <a:spcPts val="600"/>
              </a:spcAft>
              <a:defRPr/>
            </a:pPr>
            <a:r>
              <a:rPr lang="da-DK" sz="1600" dirty="0">
                <a:solidFill>
                  <a:schemeClr val="bg2"/>
                </a:solidFill>
                <a:latin typeface="+mn-lt"/>
                <a:cs typeface="Clever Sans OFFC" panose="020B0504050501040104" pitchFamily="34" charset="0"/>
              </a:rPr>
              <a:t>Hjælpelinjer</a:t>
            </a:r>
            <a:endParaRPr lang="da-DK" sz="1600" b="1" noProof="1">
              <a:solidFill>
                <a:schemeClr val="bg2"/>
              </a:solidFill>
              <a:latin typeface="+mn-lt"/>
              <a:cs typeface="Clever Sans OFFC" panose="020B0504050501040104" pitchFamily="34" charset="0"/>
            </a:endParaRPr>
          </a:p>
          <a:p>
            <a:pPr eaLnBrk="1" hangingPunct="1">
              <a:spcAft>
                <a:spcPts val="600"/>
              </a:spcAft>
              <a:defRPr/>
            </a:pPr>
            <a:r>
              <a:rPr lang="da-DK" altLang="da-DK" sz="900" b="0" noProof="1">
                <a:solidFill>
                  <a:schemeClr val="bg2"/>
                </a:solidFill>
                <a:latin typeface="+mn-lt"/>
                <a:cs typeface="Clever Sans OFFC" panose="020B0504050501040104" pitchFamily="34" charset="0"/>
              </a:rPr>
              <a:t>Klik på fanen </a:t>
            </a:r>
            <a:r>
              <a:rPr lang="da-DK" altLang="da-DK" sz="900" b="1" noProof="1">
                <a:solidFill>
                  <a:schemeClr val="bg2"/>
                </a:solidFill>
                <a:latin typeface="+mn-lt"/>
                <a:cs typeface="Clever Sans OFFC" panose="020B0504050501040104" pitchFamily="34" charset="0"/>
              </a:rPr>
              <a:t>Vis </a:t>
            </a:r>
            <a:r>
              <a:rPr lang="da-DK" altLang="da-DK" sz="900" b="0" noProof="1">
                <a:solidFill>
                  <a:schemeClr val="bg2"/>
                </a:solidFill>
                <a:latin typeface="+mn-lt"/>
                <a:cs typeface="Clever Sans OFFC" panose="020B0504050501040104" pitchFamily="34" charset="0"/>
              </a:rPr>
              <a:t>og sæt hak ved </a:t>
            </a:r>
            <a:r>
              <a:rPr lang="da-DK" altLang="da-DK" sz="900" b="1" noProof="1">
                <a:solidFill>
                  <a:schemeClr val="bg2"/>
                </a:solidFill>
                <a:latin typeface="+mn-lt"/>
                <a:cs typeface="Clever Sans OFFC" panose="020B0504050501040104" pitchFamily="34" charset="0"/>
              </a:rPr>
              <a:t>Hjælpelinjer</a:t>
            </a:r>
          </a:p>
          <a:p>
            <a:pPr eaLnBrk="1" hangingPunct="1">
              <a:spcAft>
                <a:spcPts val="600"/>
              </a:spcAft>
              <a:defRPr/>
            </a:pPr>
            <a:r>
              <a:rPr lang="da-DK" altLang="da-DK" sz="900" b="1" noProof="1">
                <a:solidFill>
                  <a:schemeClr val="bg2"/>
                </a:solidFill>
                <a:latin typeface="+mn-lt"/>
                <a:cs typeface="Clever Sans OFFC" panose="020B0504050501040104" pitchFamily="34" charset="0"/>
              </a:rPr>
              <a:t>TIP: Alt + F9 </a:t>
            </a:r>
            <a:r>
              <a:rPr lang="da-DK" altLang="da-DK" sz="900" b="0" noProof="1">
                <a:solidFill>
                  <a:schemeClr val="bg2"/>
                </a:solidFill>
                <a:latin typeface="+mn-lt"/>
                <a:cs typeface="Clever Sans OFFC" panose="020B0504050501040104" pitchFamily="34" charset="0"/>
              </a:rPr>
              <a:t>for hurtig visning af hjælpelinjer</a:t>
            </a:r>
            <a:br>
              <a:rPr lang="da-DK" altLang="da-DK" sz="900" b="0" noProof="1">
                <a:solidFill>
                  <a:schemeClr val="bg2"/>
                </a:solidFill>
                <a:latin typeface="+mn-lt"/>
                <a:cs typeface="Clever Sans OFFC" panose="020B0504050501040104" pitchFamily="34" charset="0"/>
              </a:rPr>
            </a:br>
            <a:r>
              <a:rPr lang="da-DK" altLang="da-DK" sz="900" b="1" noProof="1">
                <a:solidFill>
                  <a:schemeClr val="bg2"/>
                </a:solidFill>
                <a:latin typeface="+mn-lt"/>
                <a:cs typeface="Clever Sans OFFC" panose="020B0504050501040104" pitchFamily="34" charset="0"/>
              </a:rPr>
              <a:t>Mac: </a:t>
            </a:r>
            <a:r>
              <a:rPr lang="da-DK" sz="900" b="0" i="0" dirty="0">
                <a:solidFill>
                  <a:schemeClr val="bg2"/>
                </a:solidFill>
                <a:effectLst/>
                <a:latin typeface="+mn-lt"/>
              </a:rPr>
              <a:t>⌘ </a:t>
            </a:r>
            <a:r>
              <a:rPr lang="da-DK" altLang="da-DK" sz="900" b="0" noProof="1">
                <a:solidFill>
                  <a:schemeClr val="bg2"/>
                </a:solidFill>
                <a:latin typeface="+mn-lt"/>
                <a:cs typeface="Clever Sans OFFC" panose="020B0504050501040104" pitchFamily="34" charset="0"/>
              </a:rPr>
              <a:t>+ option + ctrl + G</a:t>
            </a:r>
            <a:br>
              <a:rPr lang="da-DK" altLang="da-DK" sz="900" b="0" noProof="1">
                <a:solidFill>
                  <a:schemeClr val="bg2"/>
                </a:solidFill>
                <a:latin typeface="+mn-lt"/>
                <a:cs typeface="Clever Sans OFFC" panose="020B0504050501040104" pitchFamily="34" charset="0"/>
              </a:rPr>
            </a:br>
            <a:endParaRPr lang="da-DK" altLang="da-DK" sz="900" b="0" noProof="1">
              <a:solidFill>
                <a:schemeClr val="bg2"/>
              </a:solidFill>
              <a:latin typeface="+mn-lt"/>
              <a:cs typeface="Clever Sans OFFC" panose="020B0504050501040104" pitchFamily="34" charset="0"/>
            </a:endParaRPr>
          </a:p>
          <a:p>
            <a:pPr eaLnBrk="1" hangingPunct="1">
              <a:spcAft>
                <a:spcPts val="600"/>
              </a:spcAft>
              <a:defRPr/>
            </a:pPr>
            <a:r>
              <a:rPr lang="da-DK" altLang="da-DK" sz="1600" b="0" noProof="1">
                <a:solidFill>
                  <a:schemeClr val="bg2"/>
                </a:solidFill>
                <a:latin typeface="+mn-lt"/>
                <a:cs typeface="Clever Sans OFFC" panose="020B0504050501040104" pitchFamily="34" charset="0"/>
              </a:rPr>
              <a:t>Copy/paste indhold</a:t>
            </a:r>
          </a:p>
          <a:p>
            <a:pPr eaLnBrk="1" hangingPunct="1">
              <a:spcAft>
                <a:spcPts val="600"/>
              </a:spcAft>
              <a:defRPr/>
            </a:pPr>
            <a:r>
              <a:rPr lang="da-DK" altLang="da-DK" sz="900" b="0" noProof="1">
                <a:solidFill>
                  <a:schemeClr val="bg2"/>
                </a:solidFill>
                <a:latin typeface="+mn-lt"/>
                <a:cs typeface="Clever Sans OFFC" panose="020B0504050501040104" pitchFamily="34" charset="0"/>
              </a:rPr>
              <a:t>Du har 2 muligheder, når du kopierer gammelt indhold over i din nye præsentation:</a:t>
            </a:r>
          </a:p>
          <a:p>
            <a:pPr eaLnBrk="1" hangingPunct="1">
              <a:spcAft>
                <a:spcPts val="600"/>
              </a:spcAft>
              <a:defRPr/>
            </a:pPr>
            <a:r>
              <a:rPr lang="da-DK" altLang="da-DK" sz="900" b="1" noProof="1">
                <a:solidFill>
                  <a:schemeClr val="bg2"/>
                </a:solidFill>
                <a:latin typeface="+mn-lt"/>
                <a:cs typeface="Clever Sans OFFC" panose="020B0504050501040104" pitchFamily="34" charset="0"/>
              </a:rPr>
              <a:t>1. Best practice: </a:t>
            </a:r>
            <a:r>
              <a:rPr lang="da-DK" altLang="da-DK" sz="900" b="0" noProof="1">
                <a:solidFill>
                  <a:schemeClr val="bg2"/>
                </a:solidFill>
                <a:latin typeface="+mn-lt"/>
                <a:cs typeface="Clever Sans OFFC" panose="020B0504050501040104" pitchFamily="34" charset="0"/>
              </a:rPr>
              <a:t>Opret et slide i din nye præsentation og kopier ét indholdselement ad gangen (fx kopier al tekst fra én tekstboks)</a:t>
            </a:r>
          </a:p>
          <a:p>
            <a:pPr eaLnBrk="1" hangingPunct="1">
              <a:spcAft>
                <a:spcPts val="600"/>
              </a:spcAft>
              <a:defRPr/>
            </a:pPr>
            <a:r>
              <a:rPr lang="da-DK" altLang="da-DK" sz="900" b="1" noProof="1">
                <a:solidFill>
                  <a:schemeClr val="bg2"/>
                </a:solidFill>
                <a:latin typeface="+mn-lt"/>
                <a:cs typeface="Clever Sans OFFC" panose="020B0504050501040104" pitchFamily="34" charset="0"/>
              </a:rPr>
              <a:t>2. </a:t>
            </a:r>
            <a:r>
              <a:rPr lang="da-DK" altLang="da-DK" sz="900" b="0" noProof="1">
                <a:solidFill>
                  <a:schemeClr val="bg2"/>
                </a:solidFill>
                <a:latin typeface="+mn-lt"/>
                <a:cs typeface="Clever Sans OFFC" panose="020B0504050501040104" pitchFamily="34" charset="0"/>
              </a:rPr>
              <a:t>Eller kopier et helt slide over i din nye præsentation og vælg derefter et passende layout. Når din præsentation er klar, åbner du en tom præsentation (tryk Ctrl+N). Kopier alle dias fra den nye præsentation, indsæt dem i den tomme præsentation. Dette vil sikre, at der ikke er ekstra layouts</a:t>
            </a:r>
          </a:p>
        </p:txBody>
      </p:sp>
      <p:pic>
        <p:nvPicPr>
          <p:cNvPr id="31" name="Picture 30">
            <a:extLst>
              <a:ext uri="{FF2B5EF4-FFF2-40B4-BE49-F238E27FC236}">
                <a16:creationId xmlns:a16="http://schemas.microsoft.com/office/drawing/2014/main" id="{E7B73ADD-C9A2-4CC9-B9B1-829AB8120F3E}"/>
              </a:ext>
            </a:extLst>
          </p:cNvPr>
          <p:cNvPicPr>
            <a:picLocks noChangeAspect="1"/>
          </p:cNvPicPr>
          <p:nvPr userDrawn="1"/>
        </p:nvPicPr>
        <p:blipFill>
          <a:blip r:embed="rId2"/>
          <a:stretch>
            <a:fillRect/>
          </a:stretch>
        </p:blipFill>
        <p:spPr>
          <a:xfrm>
            <a:off x="3742496" y="3697440"/>
            <a:ext cx="257143" cy="285714"/>
          </a:xfrm>
          <a:prstGeom prst="rect">
            <a:avLst/>
          </a:prstGeom>
        </p:spPr>
      </p:pic>
      <p:pic>
        <p:nvPicPr>
          <p:cNvPr id="32" name="Picture 31">
            <a:extLst>
              <a:ext uri="{FF2B5EF4-FFF2-40B4-BE49-F238E27FC236}">
                <a16:creationId xmlns:a16="http://schemas.microsoft.com/office/drawing/2014/main" id="{94E7EF11-FB06-4FF3-89B6-C9C7B40D4DA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793725" y="3750315"/>
            <a:ext cx="341204" cy="321707"/>
          </a:xfrm>
          <a:prstGeom prst="rect">
            <a:avLst/>
          </a:prstGeom>
        </p:spPr>
      </p:pic>
      <p:pic>
        <p:nvPicPr>
          <p:cNvPr id="33" name="Billede 1">
            <a:extLst>
              <a:ext uri="{FF2B5EF4-FFF2-40B4-BE49-F238E27FC236}">
                <a16:creationId xmlns:a16="http://schemas.microsoft.com/office/drawing/2014/main" id="{58944A03-80A9-4768-89E7-4E910EFFBC28}"/>
              </a:ext>
            </a:extLst>
          </p:cNvPr>
          <p:cNvPicPr>
            <a:picLocks noChangeAspect="1"/>
          </p:cNvPicPr>
          <p:nvPr userDrawn="1"/>
        </p:nvPicPr>
        <p:blipFill>
          <a:blip r:embed="rId4"/>
          <a:stretch>
            <a:fillRect/>
          </a:stretch>
        </p:blipFill>
        <p:spPr>
          <a:xfrm>
            <a:off x="3747943" y="4715872"/>
            <a:ext cx="308589" cy="528030"/>
          </a:xfrm>
          <a:prstGeom prst="rect">
            <a:avLst/>
          </a:prstGeom>
        </p:spPr>
      </p:pic>
      <p:pic>
        <p:nvPicPr>
          <p:cNvPr id="35" name="Billede 4">
            <a:extLst>
              <a:ext uri="{FF2B5EF4-FFF2-40B4-BE49-F238E27FC236}">
                <a16:creationId xmlns:a16="http://schemas.microsoft.com/office/drawing/2014/main" id="{51BFC2D6-78F9-4DE9-9EA2-2262FCDF4EAF}"/>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7866139" y="2782078"/>
            <a:ext cx="496606" cy="172842"/>
          </a:xfrm>
          <a:prstGeom prst="rect">
            <a:avLst/>
          </a:prstGeom>
        </p:spPr>
      </p:pic>
      <p:pic>
        <p:nvPicPr>
          <p:cNvPr id="36" name="Billede 5">
            <a:extLst>
              <a:ext uri="{FF2B5EF4-FFF2-40B4-BE49-F238E27FC236}">
                <a16:creationId xmlns:a16="http://schemas.microsoft.com/office/drawing/2014/main" id="{EBC4A3E5-1D15-4741-BFC6-17ACF4D5CD3D}"/>
              </a:ext>
            </a:extLst>
          </p:cNvPr>
          <p:cNvPicPr>
            <a:picLocks noChangeAspect="1"/>
          </p:cNvPicPr>
          <p:nvPr userDrawn="1"/>
        </p:nvPicPr>
        <p:blipFill>
          <a:blip r:embed="rId6"/>
          <a:stretch>
            <a:fillRect/>
          </a:stretch>
        </p:blipFill>
        <p:spPr>
          <a:xfrm>
            <a:off x="7869869" y="4394634"/>
            <a:ext cx="366043" cy="480431"/>
          </a:xfrm>
          <a:prstGeom prst="rect">
            <a:avLst/>
          </a:prstGeom>
        </p:spPr>
      </p:pic>
      <p:pic>
        <p:nvPicPr>
          <p:cNvPr id="37" name="Picture 36">
            <a:extLst>
              <a:ext uri="{FF2B5EF4-FFF2-40B4-BE49-F238E27FC236}">
                <a16:creationId xmlns:a16="http://schemas.microsoft.com/office/drawing/2014/main" id="{6C19287C-813E-4966-89A1-64D6247DEA84}"/>
              </a:ext>
            </a:extLst>
          </p:cNvPr>
          <p:cNvPicPr>
            <a:picLocks noChangeAspect="1"/>
          </p:cNvPicPr>
          <p:nvPr userDrawn="1"/>
        </p:nvPicPr>
        <p:blipFill>
          <a:blip r:embed="rId7"/>
          <a:stretch>
            <a:fillRect/>
          </a:stretch>
        </p:blipFill>
        <p:spPr>
          <a:xfrm>
            <a:off x="3743037" y="2939399"/>
            <a:ext cx="457143" cy="257143"/>
          </a:xfrm>
          <a:prstGeom prst="rect">
            <a:avLst/>
          </a:prstGeom>
        </p:spPr>
      </p:pic>
      <p:pic>
        <p:nvPicPr>
          <p:cNvPr id="38" name="Picture 37">
            <a:extLst>
              <a:ext uri="{FF2B5EF4-FFF2-40B4-BE49-F238E27FC236}">
                <a16:creationId xmlns:a16="http://schemas.microsoft.com/office/drawing/2014/main" id="{007658DD-99CF-4B02-82C0-E6D1C908CA1A}"/>
              </a:ext>
            </a:extLst>
          </p:cNvPr>
          <p:cNvPicPr>
            <a:picLocks noChangeAspect="1"/>
          </p:cNvPicPr>
          <p:nvPr userDrawn="1"/>
        </p:nvPicPr>
        <p:blipFill>
          <a:blip r:embed="rId8"/>
          <a:stretch>
            <a:fillRect/>
          </a:stretch>
        </p:blipFill>
        <p:spPr>
          <a:xfrm>
            <a:off x="3748917" y="5393640"/>
            <a:ext cx="475428" cy="176762"/>
          </a:xfrm>
          <a:prstGeom prst="rect">
            <a:avLst/>
          </a:prstGeom>
        </p:spPr>
      </p:pic>
      <p:sp>
        <p:nvSpPr>
          <p:cNvPr id="14" name="Date Placeholder 6" hidden="1">
            <a:extLst>
              <a:ext uri="{FF2B5EF4-FFF2-40B4-BE49-F238E27FC236}">
                <a16:creationId xmlns:a16="http://schemas.microsoft.com/office/drawing/2014/main" id="{E4FD2B6E-39A9-4094-A5FF-CBA180265C06}"/>
              </a:ext>
            </a:extLst>
          </p:cNvPr>
          <p:cNvSpPr>
            <a:spLocks noGrp="1"/>
          </p:cNvSpPr>
          <p:nvPr>
            <p:ph type="dt" sz="half" idx="15"/>
          </p:nvPr>
        </p:nvSpPr>
        <p:spPr>
          <a:xfrm>
            <a:off x="0" y="6858000"/>
            <a:ext cx="0" cy="0"/>
          </a:xfrm>
        </p:spPr>
        <p:txBody>
          <a:bodyPr/>
          <a:lstStyle>
            <a:lvl1pPr>
              <a:defRPr sz="100">
                <a:noFill/>
              </a:defRPr>
            </a:lvl1pPr>
          </a:lstStyle>
          <a:p>
            <a:fld id="{1D736BE2-FA01-468E-9EB3-D707920AA64D}" type="datetime4">
              <a:rPr lang="da-DK" smtClean="0"/>
              <a:t>26-09-23</a:t>
            </a:fld>
            <a:endParaRPr lang="da-DK" dirty="0"/>
          </a:p>
        </p:txBody>
      </p:sp>
      <p:sp>
        <p:nvSpPr>
          <p:cNvPr id="15" name="Footer Placeholder 8" hidden="1">
            <a:extLst>
              <a:ext uri="{FF2B5EF4-FFF2-40B4-BE49-F238E27FC236}">
                <a16:creationId xmlns:a16="http://schemas.microsoft.com/office/drawing/2014/main" id="{AAFF8183-88DB-4217-8B14-93C3A2F3C637}"/>
              </a:ext>
            </a:extLst>
          </p:cNvPr>
          <p:cNvSpPr>
            <a:spLocks noGrp="1"/>
          </p:cNvSpPr>
          <p:nvPr>
            <p:ph type="ftr" sz="quarter" idx="16"/>
          </p:nvPr>
        </p:nvSpPr>
        <p:spPr>
          <a:xfrm>
            <a:off x="0" y="6858000"/>
            <a:ext cx="0" cy="0"/>
          </a:xfrm>
        </p:spPr>
        <p:txBody>
          <a:bodyPr/>
          <a:lstStyle>
            <a:lvl1pPr>
              <a:defRPr sz="100">
                <a:noFill/>
              </a:defRPr>
            </a:lvl1pPr>
          </a:lstStyle>
          <a:p>
            <a:endParaRPr lang="da-DK" dirty="0"/>
          </a:p>
        </p:txBody>
      </p:sp>
      <p:sp>
        <p:nvSpPr>
          <p:cNvPr id="16" name="Slide Number Placeholder 10" hidden="1">
            <a:extLst>
              <a:ext uri="{FF2B5EF4-FFF2-40B4-BE49-F238E27FC236}">
                <a16:creationId xmlns:a16="http://schemas.microsoft.com/office/drawing/2014/main" id="{2ECA3156-EAFA-499A-BDD3-C3FE309B5732}"/>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da-DK" smtClean="0"/>
              <a:pPr/>
              <a:t>‹#›</a:t>
            </a:fld>
            <a:endParaRPr lang="da-DK" dirty="0"/>
          </a:p>
        </p:txBody>
      </p:sp>
      <p:sp>
        <p:nvSpPr>
          <p:cNvPr id="2" name="Fast overskrift">
            <a:extLst>
              <a:ext uri="{FF2B5EF4-FFF2-40B4-BE49-F238E27FC236}">
                <a16:creationId xmlns:a16="http://schemas.microsoft.com/office/drawing/2014/main" id="{0B48F850-9DD1-8DBB-9B81-5FEAD111D79D}"/>
              </a:ext>
            </a:extLst>
          </p:cNvPr>
          <p:cNvSpPr txBox="1">
            <a:spLocks/>
          </p:cNvSpPr>
          <p:nvPr userDrawn="1"/>
        </p:nvSpPr>
        <p:spPr>
          <a:xfrm>
            <a:off x="395288" y="1441423"/>
            <a:ext cx="3690938" cy="271140"/>
          </a:xfrm>
          <a:prstGeom prst="rect">
            <a:avLst/>
          </a:prstGeom>
          <a:noFill/>
          <a:effectLst/>
        </p:spPr>
        <p:txBody>
          <a:bodyPr vert="horz" wrap="square" lIns="0" tIns="0" rIns="0" bIns="0" rtlCol="0" anchor="t" anchorCtr="0">
            <a:noAutofit/>
          </a:bodyPr>
          <a:lstStyle/>
          <a:p>
            <a:pPr algn="l">
              <a:lnSpc>
                <a:spcPct val="90000"/>
              </a:lnSpc>
            </a:pPr>
            <a:r>
              <a:rPr lang="da-DK" sz="1200" b="0" i="0" u="none" strike="noStrike" noProof="1">
                <a:solidFill>
                  <a:schemeClr val="bg1">
                    <a:lumMod val="75000"/>
                  </a:schemeClr>
                </a:solidFill>
                <a:latin typeface="Clever Sans OFFC" pitchFamily="34" charset="0"/>
                <a:cs typeface="Clever Sans OFFC" panose="020B0504050501040104" pitchFamily="34" charset="0"/>
              </a:rPr>
              <a:t>Version 1 — Februar 2026</a:t>
            </a:r>
          </a:p>
        </p:txBody>
      </p:sp>
    </p:spTree>
    <p:extLst>
      <p:ext uri="{BB962C8B-B14F-4D97-AF65-F5344CB8AC3E}">
        <p14:creationId xmlns:p14="http://schemas.microsoft.com/office/powerpoint/2010/main" val="1961143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INDHOLD - DIN BRUGERGUIDE">
    <p:spTree>
      <p:nvGrpSpPr>
        <p:cNvPr id="1" name=""/>
        <p:cNvGrpSpPr/>
        <p:nvPr/>
      </p:nvGrpSpPr>
      <p:grpSpPr>
        <a:xfrm>
          <a:off x="0" y="0"/>
          <a:ext cx="0" cy="0"/>
          <a:chOff x="0" y="0"/>
          <a:chExt cx="0" cy="0"/>
        </a:xfrm>
      </p:grpSpPr>
      <p:sp>
        <p:nvSpPr>
          <p:cNvPr id="9" name="Fast overskrift"/>
          <p:cNvSpPr txBox="1">
            <a:spLocks/>
          </p:cNvSpPr>
          <p:nvPr userDrawn="1"/>
        </p:nvSpPr>
        <p:spPr>
          <a:xfrm>
            <a:off x="396876" y="395287"/>
            <a:ext cx="3690938" cy="663600"/>
          </a:xfrm>
          <a:prstGeom prst="rect">
            <a:avLst/>
          </a:prstGeom>
          <a:noFill/>
          <a:effectLst/>
        </p:spPr>
        <p:txBody>
          <a:bodyPr vert="horz" wrap="square" lIns="0" tIns="0" rIns="0" bIns="0" rtlCol="0" anchor="t" anchorCtr="0">
            <a:noAutofit/>
          </a:bodyPr>
          <a:lstStyle/>
          <a:p>
            <a:pPr algn="l">
              <a:lnSpc>
                <a:spcPct val="90000"/>
              </a:lnSpc>
            </a:pPr>
            <a:r>
              <a:rPr lang="da-DK" sz="2400" b="0" i="0" u="none" strike="noStrike" noProof="1">
                <a:solidFill>
                  <a:schemeClr val="bg2"/>
                </a:solidFill>
                <a:latin typeface="Clever Sans OFFC" pitchFamily="34" charset="0"/>
                <a:cs typeface="Clever Sans OFFC" panose="020B0504050501040104" pitchFamily="34" charset="0"/>
              </a:rPr>
              <a:t>Visuelle elementer</a:t>
            </a:r>
          </a:p>
          <a:p>
            <a:pPr algn="l">
              <a:lnSpc>
                <a:spcPct val="90000"/>
              </a:lnSpc>
            </a:pPr>
            <a:r>
              <a:rPr lang="da-DK" sz="2400" b="0" i="0" u="none" strike="noStrike" noProof="1">
                <a:solidFill>
                  <a:schemeClr val="bg1">
                    <a:lumMod val="75000"/>
                  </a:schemeClr>
                </a:solidFill>
                <a:latin typeface="Clever Sans OFFC" pitchFamily="34" charset="0"/>
                <a:cs typeface="Clever Sans OFFC" panose="020B0504050501040104" pitchFamily="34" charset="0"/>
              </a:rPr>
              <a:t>Din brugerguide</a:t>
            </a:r>
          </a:p>
        </p:txBody>
      </p:sp>
      <p:sp>
        <p:nvSpPr>
          <p:cNvPr id="27" name="Text Box 2">
            <a:extLst>
              <a:ext uri="{FF2B5EF4-FFF2-40B4-BE49-F238E27FC236}">
                <a16:creationId xmlns:a16="http://schemas.microsoft.com/office/drawing/2014/main" id="{1E86B7E7-F87D-4375-BAE3-34A81C5D0F8B}"/>
              </a:ext>
            </a:extLst>
          </p:cNvPr>
          <p:cNvSpPr txBox="1">
            <a:spLocks noChangeArrowheads="1"/>
          </p:cNvSpPr>
          <p:nvPr userDrawn="1"/>
        </p:nvSpPr>
        <p:spPr bwMode="auto">
          <a:xfrm>
            <a:off x="396874" y="2239200"/>
            <a:ext cx="33311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Clever Sans OFFC" charset="0"/>
              </a:defRPr>
            </a:lvl1pPr>
            <a:lvl2pPr marL="742950" indent="-285750" eaLnBrk="0" hangingPunct="0">
              <a:defRPr>
                <a:solidFill>
                  <a:schemeClr val="tx1"/>
                </a:solidFill>
                <a:latin typeface="Clever Sans OFFC" charset="0"/>
              </a:defRPr>
            </a:lvl2pPr>
            <a:lvl3pPr marL="1143000" indent="-228600" eaLnBrk="0" hangingPunct="0">
              <a:defRPr>
                <a:solidFill>
                  <a:schemeClr val="tx1"/>
                </a:solidFill>
                <a:latin typeface="Clever Sans OFFC" charset="0"/>
              </a:defRPr>
            </a:lvl3pPr>
            <a:lvl4pPr marL="1600200" indent="-228600" eaLnBrk="0" hangingPunct="0">
              <a:defRPr>
                <a:solidFill>
                  <a:schemeClr val="tx1"/>
                </a:solidFill>
                <a:latin typeface="Clever Sans OFFC" charset="0"/>
              </a:defRPr>
            </a:lvl4pPr>
            <a:lvl5pPr marL="2057400" indent="-228600" eaLnBrk="0" hangingPunct="0">
              <a:defRPr>
                <a:solidFill>
                  <a:schemeClr val="tx1"/>
                </a:solidFill>
                <a:latin typeface="Clever Sans OFFC" charset="0"/>
              </a:defRPr>
            </a:lvl5pPr>
            <a:lvl6pPr marL="2514600" indent="-228600" eaLnBrk="0" fontAlgn="base" hangingPunct="0">
              <a:spcBef>
                <a:spcPct val="0"/>
              </a:spcBef>
              <a:spcAft>
                <a:spcPct val="0"/>
              </a:spcAft>
              <a:defRPr>
                <a:solidFill>
                  <a:schemeClr val="tx1"/>
                </a:solidFill>
                <a:latin typeface="Clever Sans OFFC" charset="0"/>
              </a:defRPr>
            </a:lvl6pPr>
            <a:lvl7pPr marL="2971800" indent="-228600" eaLnBrk="0" fontAlgn="base" hangingPunct="0">
              <a:spcBef>
                <a:spcPct val="0"/>
              </a:spcBef>
              <a:spcAft>
                <a:spcPct val="0"/>
              </a:spcAft>
              <a:defRPr>
                <a:solidFill>
                  <a:schemeClr val="tx1"/>
                </a:solidFill>
                <a:latin typeface="Clever Sans OFFC" charset="0"/>
              </a:defRPr>
            </a:lvl7pPr>
            <a:lvl8pPr marL="3429000" indent="-228600" eaLnBrk="0" fontAlgn="base" hangingPunct="0">
              <a:spcBef>
                <a:spcPct val="0"/>
              </a:spcBef>
              <a:spcAft>
                <a:spcPct val="0"/>
              </a:spcAft>
              <a:defRPr>
                <a:solidFill>
                  <a:schemeClr val="tx1"/>
                </a:solidFill>
                <a:latin typeface="Clever Sans OFFC" charset="0"/>
              </a:defRPr>
            </a:lvl8pPr>
            <a:lvl9pPr marL="3886200" indent="-228600" eaLnBrk="0" fontAlgn="base" hangingPunct="0">
              <a:spcBef>
                <a:spcPct val="0"/>
              </a:spcBef>
              <a:spcAft>
                <a:spcPct val="0"/>
              </a:spcAft>
              <a:defRPr>
                <a:solidFill>
                  <a:schemeClr val="tx1"/>
                </a:solidFill>
                <a:latin typeface="Clever Sans OFFC"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solidFill>
                  <a:schemeClr val="bg2"/>
                </a:solidFill>
                <a:latin typeface="+mn-lt"/>
                <a:cs typeface="Clever Sans OFFC" panose="020B0504050501040104" pitchFamily="34" charset="0"/>
              </a:rPr>
              <a:t>Typografi</a:t>
            </a:r>
          </a:p>
          <a:p>
            <a:pPr eaLnBrk="1" hangingPunct="1">
              <a:spcAft>
                <a:spcPts val="600"/>
              </a:spcAft>
              <a:defRPr/>
            </a:pPr>
            <a:r>
              <a:rPr lang="da-DK" altLang="da-DK" sz="900" b="0" noProof="1">
                <a:solidFill>
                  <a:schemeClr val="bg2"/>
                </a:solidFill>
                <a:latin typeface="+mn-lt"/>
                <a:cs typeface="Clever Sans OFFC" panose="020B0504050501040104" pitchFamily="34" charset="0"/>
              </a:rPr>
              <a:t>Brug altid kun Clever Sans i skabelonen.</a:t>
            </a:r>
          </a:p>
        </p:txBody>
      </p:sp>
      <p:sp>
        <p:nvSpPr>
          <p:cNvPr id="14" name="Date Placeholder 6" hidden="1">
            <a:extLst>
              <a:ext uri="{FF2B5EF4-FFF2-40B4-BE49-F238E27FC236}">
                <a16:creationId xmlns:a16="http://schemas.microsoft.com/office/drawing/2014/main" id="{E4FD2B6E-39A9-4094-A5FF-CBA180265C06}"/>
              </a:ext>
            </a:extLst>
          </p:cNvPr>
          <p:cNvSpPr>
            <a:spLocks noGrp="1"/>
          </p:cNvSpPr>
          <p:nvPr>
            <p:ph type="dt" sz="half" idx="15"/>
          </p:nvPr>
        </p:nvSpPr>
        <p:spPr>
          <a:xfrm>
            <a:off x="0" y="6858000"/>
            <a:ext cx="0" cy="0"/>
          </a:xfrm>
        </p:spPr>
        <p:txBody>
          <a:bodyPr/>
          <a:lstStyle>
            <a:lvl1pPr>
              <a:defRPr sz="100">
                <a:noFill/>
              </a:defRPr>
            </a:lvl1pPr>
          </a:lstStyle>
          <a:p>
            <a:fld id="{1D736BE2-FA01-468E-9EB3-D707920AA64D}" type="datetime4">
              <a:rPr lang="da-DK" smtClean="0"/>
              <a:t>26-09-23</a:t>
            </a:fld>
            <a:endParaRPr lang="da-DK" dirty="0"/>
          </a:p>
        </p:txBody>
      </p:sp>
      <p:sp>
        <p:nvSpPr>
          <p:cNvPr id="15" name="Footer Placeholder 8" hidden="1">
            <a:extLst>
              <a:ext uri="{FF2B5EF4-FFF2-40B4-BE49-F238E27FC236}">
                <a16:creationId xmlns:a16="http://schemas.microsoft.com/office/drawing/2014/main" id="{AAFF8183-88DB-4217-8B14-93C3A2F3C637}"/>
              </a:ext>
            </a:extLst>
          </p:cNvPr>
          <p:cNvSpPr>
            <a:spLocks noGrp="1"/>
          </p:cNvSpPr>
          <p:nvPr>
            <p:ph type="ftr" sz="quarter" idx="16"/>
          </p:nvPr>
        </p:nvSpPr>
        <p:spPr>
          <a:xfrm>
            <a:off x="0" y="6858000"/>
            <a:ext cx="0" cy="0"/>
          </a:xfrm>
        </p:spPr>
        <p:txBody>
          <a:bodyPr/>
          <a:lstStyle>
            <a:lvl1pPr>
              <a:defRPr sz="100">
                <a:noFill/>
              </a:defRPr>
            </a:lvl1pPr>
          </a:lstStyle>
          <a:p>
            <a:endParaRPr lang="da-DK" dirty="0"/>
          </a:p>
        </p:txBody>
      </p:sp>
      <p:sp>
        <p:nvSpPr>
          <p:cNvPr id="16" name="Slide Number Placeholder 10" hidden="1">
            <a:extLst>
              <a:ext uri="{FF2B5EF4-FFF2-40B4-BE49-F238E27FC236}">
                <a16:creationId xmlns:a16="http://schemas.microsoft.com/office/drawing/2014/main" id="{2ECA3156-EAFA-499A-BDD3-C3FE309B5732}"/>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da-DK" smtClean="0"/>
              <a:pPr/>
              <a:t>‹#›</a:t>
            </a:fld>
            <a:endParaRPr lang="da-DK" dirty="0"/>
          </a:p>
        </p:txBody>
      </p:sp>
      <p:sp>
        <p:nvSpPr>
          <p:cNvPr id="2" name="Text Box 2">
            <a:extLst>
              <a:ext uri="{FF2B5EF4-FFF2-40B4-BE49-F238E27FC236}">
                <a16:creationId xmlns:a16="http://schemas.microsoft.com/office/drawing/2014/main" id="{4475026A-D6C3-BBD4-836D-DE53F79936F4}"/>
              </a:ext>
            </a:extLst>
          </p:cNvPr>
          <p:cNvSpPr txBox="1">
            <a:spLocks noChangeArrowheads="1"/>
          </p:cNvSpPr>
          <p:nvPr userDrawn="1"/>
        </p:nvSpPr>
        <p:spPr bwMode="auto">
          <a:xfrm>
            <a:off x="4256332" y="2239200"/>
            <a:ext cx="3331138" cy="109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Clever Sans OFFC" charset="0"/>
              </a:defRPr>
            </a:lvl1pPr>
            <a:lvl2pPr marL="742950" indent="-285750" eaLnBrk="0" hangingPunct="0">
              <a:defRPr>
                <a:solidFill>
                  <a:schemeClr val="tx1"/>
                </a:solidFill>
                <a:latin typeface="Clever Sans OFFC" charset="0"/>
              </a:defRPr>
            </a:lvl2pPr>
            <a:lvl3pPr marL="1143000" indent="-228600" eaLnBrk="0" hangingPunct="0">
              <a:defRPr>
                <a:solidFill>
                  <a:schemeClr val="tx1"/>
                </a:solidFill>
                <a:latin typeface="Clever Sans OFFC" charset="0"/>
              </a:defRPr>
            </a:lvl3pPr>
            <a:lvl4pPr marL="1600200" indent="-228600" eaLnBrk="0" hangingPunct="0">
              <a:defRPr>
                <a:solidFill>
                  <a:schemeClr val="tx1"/>
                </a:solidFill>
                <a:latin typeface="Clever Sans OFFC" charset="0"/>
              </a:defRPr>
            </a:lvl4pPr>
            <a:lvl5pPr marL="2057400" indent="-228600" eaLnBrk="0" hangingPunct="0">
              <a:defRPr>
                <a:solidFill>
                  <a:schemeClr val="tx1"/>
                </a:solidFill>
                <a:latin typeface="Clever Sans OFFC" charset="0"/>
              </a:defRPr>
            </a:lvl5pPr>
            <a:lvl6pPr marL="2514600" indent="-228600" eaLnBrk="0" fontAlgn="base" hangingPunct="0">
              <a:spcBef>
                <a:spcPct val="0"/>
              </a:spcBef>
              <a:spcAft>
                <a:spcPct val="0"/>
              </a:spcAft>
              <a:defRPr>
                <a:solidFill>
                  <a:schemeClr val="tx1"/>
                </a:solidFill>
                <a:latin typeface="Clever Sans OFFC" charset="0"/>
              </a:defRPr>
            </a:lvl6pPr>
            <a:lvl7pPr marL="2971800" indent="-228600" eaLnBrk="0" fontAlgn="base" hangingPunct="0">
              <a:spcBef>
                <a:spcPct val="0"/>
              </a:spcBef>
              <a:spcAft>
                <a:spcPct val="0"/>
              </a:spcAft>
              <a:defRPr>
                <a:solidFill>
                  <a:schemeClr val="tx1"/>
                </a:solidFill>
                <a:latin typeface="Clever Sans OFFC" charset="0"/>
              </a:defRPr>
            </a:lvl7pPr>
            <a:lvl8pPr marL="3429000" indent="-228600" eaLnBrk="0" fontAlgn="base" hangingPunct="0">
              <a:spcBef>
                <a:spcPct val="0"/>
              </a:spcBef>
              <a:spcAft>
                <a:spcPct val="0"/>
              </a:spcAft>
              <a:defRPr>
                <a:solidFill>
                  <a:schemeClr val="tx1"/>
                </a:solidFill>
                <a:latin typeface="Clever Sans OFFC" charset="0"/>
              </a:defRPr>
            </a:lvl8pPr>
            <a:lvl9pPr marL="3886200" indent="-228600" eaLnBrk="0" fontAlgn="base" hangingPunct="0">
              <a:spcBef>
                <a:spcPct val="0"/>
              </a:spcBef>
              <a:spcAft>
                <a:spcPct val="0"/>
              </a:spcAft>
              <a:defRPr>
                <a:solidFill>
                  <a:schemeClr val="tx1"/>
                </a:solidFill>
                <a:latin typeface="Clever Sans OFFC"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solidFill>
                  <a:schemeClr val="bg2"/>
                </a:solidFill>
                <a:latin typeface="+mn-lt"/>
                <a:cs typeface="Clever Sans OFFC" panose="020B0504050501040104" pitchFamily="34" charset="0"/>
              </a:rPr>
              <a:t>Farver</a:t>
            </a: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bg2"/>
                </a:solidFill>
                <a:latin typeface="+mn-lt"/>
                <a:cs typeface="Clever Sans OFFC" panose="020B0504050501040104" pitchFamily="34" charset="0"/>
              </a:rPr>
              <a:t>Brug altid kun de pre-definerede farver. Vores primære farver er Clever-grøn og hvid, men templaten rummer også gråskalaer og andre farver tiltænkt infografik.</a:t>
            </a:r>
          </a:p>
          <a:p>
            <a:pPr eaLnBrk="1" hangingPunct="1">
              <a:spcAft>
                <a:spcPts val="600"/>
              </a:spcAft>
              <a:defRPr/>
            </a:pPr>
            <a:r>
              <a:rPr lang="da-DK" altLang="da-DK" sz="900" b="0" noProof="1">
                <a:solidFill>
                  <a:schemeClr val="bg2"/>
                </a:solidFill>
                <a:latin typeface="+mn-lt"/>
                <a:cs typeface="Clever Sans OFFC" panose="020B0504050501040104" pitchFamily="34" charset="0"/>
              </a:rPr>
              <a:t>.</a:t>
            </a:r>
          </a:p>
        </p:txBody>
      </p:sp>
      <p:sp>
        <p:nvSpPr>
          <p:cNvPr id="3" name="Text Box 2">
            <a:extLst>
              <a:ext uri="{FF2B5EF4-FFF2-40B4-BE49-F238E27FC236}">
                <a16:creationId xmlns:a16="http://schemas.microsoft.com/office/drawing/2014/main" id="{2D93F57E-AB87-D15C-F7F1-374CCEF90700}"/>
              </a:ext>
            </a:extLst>
          </p:cNvPr>
          <p:cNvSpPr txBox="1">
            <a:spLocks noChangeArrowheads="1"/>
          </p:cNvSpPr>
          <p:nvPr userDrawn="1"/>
        </p:nvSpPr>
        <p:spPr bwMode="auto">
          <a:xfrm>
            <a:off x="8112224" y="2239200"/>
            <a:ext cx="333113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Clever Sans OFFC" charset="0"/>
              </a:defRPr>
            </a:lvl1pPr>
            <a:lvl2pPr marL="742950" indent="-285750" eaLnBrk="0" hangingPunct="0">
              <a:defRPr>
                <a:solidFill>
                  <a:schemeClr val="tx1"/>
                </a:solidFill>
                <a:latin typeface="Clever Sans OFFC" charset="0"/>
              </a:defRPr>
            </a:lvl2pPr>
            <a:lvl3pPr marL="1143000" indent="-228600" eaLnBrk="0" hangingPunct="0">
              <a:defRPr>
                <a:solidFill>
                  <a:schemeClr val="tx1"/>
                </a:solidFill>
                <a:latin typeface="Clever Sans OFFC" charset="0"/>
              </a:defRPr>
            </a:lvl3pPr>
            <a:lvl4pPr marL="1600200" indent="-228600" eaLnBrk="0" hangingPunct="0">
              <a:defRPr>
                <a:solidFill>
                  <a:schemeClr val="tx1"/>
                </a:solidFill>
                <a:latin typeface="Clever Sans OFFC" charset="0"/>
              </a:defRPr>
            </a:lvl4pPr>
            <a:lvl5pPr marL="2057400" indent="-228600" eaLnBrk="0" hangingPunct="0">
              <a:defRPr>
                <a:solidFill>
                  <a:schemeClr val="tx1"/>
                </a:solidFill>
                <a:latin typeface="Clever Sans OFFC" charset="0"/>
              </a:defRPr>
            </a:lvl5pPr>
            <a:lvl6pPr marL="2514600" indent="-228600" eaLnBrk="0" fontAlgn="base" hangingPunct="0">
              <a:spcBef>
                <a:spcPct val="0"/>
              </a:spcBef>
              <a:spcAft>
                <a:spcPct val="0"/>
              </a:spcAft>
              <a:defRPr>
                <a:solidFill>
                  <a:schemeClr val="tx1"/>
                </a:solidFill>
                <a:latin typeface="Clever Sans OFFC" charset="0"/>
              </a:defRPr>
            </a:lvl6pPr>
            <a:lvl7pPr marL="2971800" indent="-228600" eaLnBrk="0" fontAlgn="base" hangingPunct="0">
              <a:spcBef>
                <a:spcPct val="0"/>
              </a:spcBef>
              <a:spcAft>
                <a:spcPct val="0"/>
              </a:spcAft>
              <a:defRPr>
                <a:solidFill>
                  <a:schemeClr val="tx1"/>
                </a:solidFill>
                <a:latin typeface="Clever Sans OFFC" charset="0"/>
              </a:defRPr>
            </a:lvl7pPr>
            <a:lvl8pPr marL="3429000" indent="-228600" eaLnBrk="0" fontAlgn="base" hangingPunct="0">
              <a:spcBef>
                <a:spcPct val="0"/>
              </a:spcBef>
              <a:spcAft>
                <a:spcPct val="0"/>
              </a:spcAft>
              <a:defRPr>
                <a:solidFill>
                  <a:schemeClr val="tx1"/>
                </a:solidFill>
                <a:latin typeface="Clever Sans OFFC" charset="0"/>
              </a:defRPr>
            </a:lvl8pPr>
            <a:lvl9pPr marL="3886200" indent="-228600" eaLnBrk="0" fontAlgn="base" hangingPunct="0">
              <a:spcBef>
                <a:spcPct val="0"/>
              </a:spcBef>
              <a:spcAft>
                <a:spcPct val="0"/>
              </a:spcAft>
              <a:defRPr>
                <a:solidFill>
                  <a:schemeClr val="tx1"/>
                </a:solidFill>
                <a:latin typeface="Clever Sans OFFC"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solidFill>
                  <a:schemeClr val="bg2"/>
                </a:solidFill>
                <a:latin typeface="+mn-lt"/>
                <a:cs typeface="Clever Sans OFFC" panose="020B0504050501040104" pitchFamily="34" charset="0"/>
              </a:rPr>
              <a:t>Billeder</a:t>
            </a: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bg2"/>
                </a:solidFill>
                <a:latin typeface="+mn-lt"/>
                <a:cs typeface="Clever Sans OFFC" panose="020B0504050501040104" pitchFamily="34" charset="0"/>
              </a:rPr>
              <a:t>Billeder findes her i </a:t>
            </a:r>
            <a:r>
              <a:rPr lang="da-DK" altLang="da-DK" sz="900" b="0" noProof="1">
                <a:solidFill>
                  <a:schemeClr val="bg2"/>
                </a:solidFill>
                <a:latin typeface="+mn-lt"/>
                <a:cs typeface="Clever Sans OFFC" panose="020B0504050501040104" pitchFamily="34" charset="0"/>
                <a:hlinkClick r:id="rId2"/>
              </a:rPr>
              <a:t>PowerPoint 2025-mappen</a:t>
            </a:r>
            <a:r>
              <a:rPr lang="da-DK" altLang="da-DK" sz="900" b="0" noProof="1">
                <a:solidFill>
                  <a:schemeClr val="bg2"/>
                </a:solidFill>
                <a:latin typeface="+mn-lt"/>
                <a:cs typeface="Clever Sans OFFC" panose="020B0504050501040104" pitchFamily="34" charset="0"/>
              </a:rPr>
              <a:t> der opdateres løbende i takt med, at der skydes nye billeder.</a:t>
            </a:r>
          </a:p>
        </p:txBody>
      </p:sp>
      <p:sp>
        <p:nvSpPr>
          <p:cNvPr id="4" name="Text Box 2">
            <a:extLst>
              <a:ext uri="{FF2B5EF4-FFF2-40B4-BE49-F238E27FC236}">
                <a16:creationId xmlns:a16="http://schemas.microsoft.com/office/drawing/2014/main" id="{0B45E280-A352-0ED0-E2CD-BC6C04A8BE49}"/>
              </a:ext>
            </a:extLst>
          </p:cNvPr>
          <p:cNvSpPr txBox="1">
            <a:spLocks noChangeArrowheads="1"/>
          </p:cNvSpPr>
          <p:nvPr userDrawn="1"/>
        </p:nvSpPr>
        <p:spPr bwMode="auto">
          <a:xfrm>
            <a:off x="396874" y="3559083"/>
            <a:ext cx="3331138" cy="2783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Clever Sans OFFC" charset="0"/>
              </a:defRPr>
            </a:lvl1pPr>
            <a:lvl2pPr marL="742950" indent="-285750" eaLnBrk="0" hangingPunct="0">
              <a:defRPr>
                <a:solidFill>
                  <a:schemeClr val="tx1"/>
                </a:solidFill>
                <a:latin typeface="Clever Sans OFFC" charset="0"/>
              </a:defRPr>
            </a:lvl2pPr>
            <a:lvl3pPr marL="1143000" indent="-228600" eaLnBrk="0" hangingPunct="0">
              <a:defRPr>
                <a:solidFill>
                  <a:schemeClr val="tx1"/>
                </a:solidFill>
                <a:latin typeface="Clever Sans OFFC" charset="0"/>
              </a:defRPr>
            </a:lvl3pPr>
            <a:lvl4pPr marL="1600200" indent="-228600" eaLnBrk="0" hangingPunct="0">
              <a:defRPr>
                <a:solidFill>
                  <a:schemeClr val="tx1"/>
                </a:solidFill>
                <a:latin typeface="Clever Sans OFFC" charset="0"/>
              </a:defRPr>
            </a:lvl4pPr>
            <a:lvl5pPr marL="2057400" indent="-228600" eaLnBrk="0" hangingPunct="0">
              <a:defRPr>
                <a:solidFill>
                  <a:schemeClr val="tx1"/>
                </a:solidFill>
                <a:latin typeface="Clever Sans OFFC" charset="0"/>
              </a:defRPr>
            </a:lvl5pPr>
            <a:lvl6pPr marL="2514600" indent="-228600" eaLnBrk="0" fontAlgn="base" hangingPunct="0">
              <a:spcBef>
                <a:spcPct val="0"/>
              </a:spcBef>
              <a:spcAft>
                <a:spcPct val="0"/>
              </a:spcAft>
              <a:defRPr>
                <a:solidFill>
                  <a:schemeClr val="tx1"/>
                </a:solidFill>
                <a:latin typeface="Clever Sans OFFC" charset="0"/>
              </a:defRPr>
            </a:lvl6pPr>
            <a:lvl7pPr marL="2971800" indent="-228600" eaLnBrk="0" fontAlgn="base" hangingPunct="0">
              <a:spcBef>
                <a:spcPct val="0"/>
              </a:spcBef>
              <a:spcAft>
                <a:spcPct val="0"/>
              </a:spcAft>
              <a:defRPr>
                <a:solidFill>
                  <a:schemeClr val="tx1"/>
                </a:solidFill>
                <a:latin typeface="Clever Sans OFFC" charset="0"/>
              </a:defRPr>
            </a:lvl7pPr>
            <a:lvl8pPr marL="3429000" indent="-228600" eaLnBrk="0" fontAlgn="base" hangingPunct="0">
              <a:spcBef>
                <a:spcPct val="0"/>
              </a:spcBef>
              <a:spcAft>
                <a:spcPct val="0"/>
              </a:spcAft>
              <a:defRPr>
                <a:solidFill>
                  <a:schemeClr val="tx1"/>
                </a:solidFill>
                <a:latin typeface="Clever Sans OFFC" charset="0"/>
              </a:defRPr>
            </a:lvl8pPr>
            <a:lvl9pPr marL="3886200" indent="-228600" eaLnBrk="0" fontAlgn="base" hangingPunct="0">
              <a:spcBef>
                <a:spcPct val="0"/>
              </a:spcBef>
              <a:spcAft>
                <a:spcPct val="0"/>
              </a:spcAft>
              <a:defRPr>
                <a:solidFill>
                  <a:schemeClr val="tx1"/>
                </a:solidFill>
                <a:latin typeface="Clever Sans OFFC" charset="0"/>
              </a:defRPr>
            </a:lvl9pPr>
          </a:lstStyle>
          <a:p>
            <a:pPr marL="0" marR="0" lvl="0" indent="0" algn="l" defTabSz="914400" rtl="0" eaLnBrk="1" fontAlgn="auto" latinLnBrk="0" hangingPunct="1">
              <a:lnSpc>
                <a:spcPct val="90000"/>
              </a:lnSpc>
              <a:spcBef>
                <a:spcPts val="0"/>
              </a:spcBef>
              <a:spcAft>
                <a:spcPts val="600"/>
              </a:spcAft>
              <a:buClrTx/>
              <a:buSzTx/>
              <a:buFontTx/>
              <a:buNone/>
              <a:tabLst/>
              <a:defRPr/>
            </a:pPr>
            <a:r>
              <a:rPr lang="da-DK" sz="4000" dirty="0" err="1">
                <a:solidFill>
                  <a:schemeClr val="bg2"/>
                </a:solidFill>
                <a:latin typeface="+mj-lt"/>
                <a:cs typeface="Clever Sans OFFC" panose="020B0504050501040104" pitchFamily="34" charset="0"/>
              </a:rPr>
              <a:t>Velkommentil</a:t>
            </a:r>
            <a:r>
              <a:rPr lang="da-DK" sz="4000" dirty="0">
                <a:solidFill>
                  <a:schemeClr val="bg2"/>
                </a:solidFill>
                <a:latin typeface="+mj-lt"/>
                <a:cs typeface="Clever Sans OFFC" panose="020B0504050501040104" pitchFamily="34" charset="0"/>
              </a:rPr>
              <a:t> friheden. Frihed på farten. Fart på friheden</a:t>
            </a:r>
          </a:p>
        </p:txBody>
      </p:sp>
      <p:pic>
        <p:nvPicPr>
          <p:cNvPr id="18" name="Billede 17" descr="Et billede, der indeholder Ansigt, person, tøj, smil&#10;&#10;Indhold genereret af kunstig intelligens kan være forkert.">
            <a:extLst>
              <a:ext uri="{FF2B5EF4-FFF2-40B4-BE49-F238E27FC236}">
                <a16:creationId xmlns:a16="http://schemas.microsoft.com/office/drawing/2014/main" id="{79301CE7-3719-A57D-E18A-8F00DE89F15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8102600" y="3595607"/>
            <a:ext cx="2728913" cy="2573418"/>
          </a:xfrm>
          <a:prstGeom prst="rect">
            <a:avLst/>
          </a:prstGeom>
        </p:spPr>
      </p:pic>
      <p:sp>
        <p:nvSpPr>
          <p:cNvPr id="19" name="Fast overskrift">
            <a:extLst>
              <a:ext uri="{FF2B5EF4-FFF2-40B4-BE49-F238E27FC236}">
                <a16:creationId xmlns:a16="http://schemas.microsoft.com/office/drawing/2014/main" id="{52172EB7-5EF9-7AE0-49EB-46A97E666316}"/>
              </a:ext>
            </a:extLst>
          </p:cNvPr>
          <p:cNvSpPr txBox="1">
            <a:spLocks/>
          </p:cNvSpPr>
          <p:nvPr userDrawn="1"/>
        </p:nvSpPr>
        <p:spPr>
          <a:xfrm>
            <a:off x="395288" y="1441423"/>
            <a:ext cx="3690938" cy="271140"/>
          </a:xfrm>
          <a:prstGeom prst="rect">
            <a:avLst/>
          </a:prstGeom>
          <a:noFill/>
          <a:effectLst/>
        </p:spPr>
        <p:txBody>
          <a:bodyPr vert="horz" wrap="square" lIns="0" tIns="0" rIns="0" bIns="0" rtlCol="0" anchor="t" anchorCtr="0">
            <a:noAutofit/>
          </a:bodyPr>
          <a:lstStyle/>
          <a:p>
            <a:pPr algn="l">
              <a:lnSpc>
                <a:spcPct val="90000"/>
              </a:lnSpc>
            </a:pPr>
            <a:r>
              <a:rPr lang="da-DK" sz="1200" b="0" i="0" u="none" strike="noStrike" noProof="1">
                <a:solidFill>
                  <a:schemeClr val="bg1">
                    <a:lumMod val="75000"/>
                  </a:schemeClr>
                </a:solidFill>
                <a:latin typeface="Clever Sans OFFC" pitchFamily="34" charset="0"/>
                <a:cs typeface="Clever Sans OFFC" panose="020B0504050501040104" pitchFamily="34" charset="0"/>
              </a:rPr>
              <a:t>Version 1 — Februar 2026</a:t>
            </a:r>
          </a:p>
        </p:txBody>
      </p:sp>
      <p:pic>
        <p:nvPicPr>
          <p:cNvPr id="6" name="Billede 5">
            <a:extLst>
              <a:ext uri="{FF2B5EF4-FFF2-40B4-BE49-F238E27FC236}">
                <a16:creationId xmlns:a16="http://schemas.microsoft.com/office/drawing/2014/main" id="{00B6AB9B-A4F4-289D-F2CE-ED1C79E11DF4}"/>
              </a:ext>
            </a:extLst>
          </p:cNvPr>
          <p:cNvPicPr>
            <a:picLocks noChangeAspect="1"/>
          </p:cNvPicPr>
          <p:nvPr userDrawn="1"/>
        </p:nvPicPr>
        <p:blipFill>
          <a:blip r:embed="rId4"/>
          <a:stretch>
            <a:fillRect/>
          </a:stretch>
        </p:blipFill>
        <p:spPr>
          <a:xfrm>
            <a:off x="4257821" y="3590305"/>
            <a:ext cx="2726400" cy="2577405"/>
          </a:xfrm>
          <a:prstGeom prst="rect">
            <a:avLst/>
          </a:prstGeom>
        </p:spPr>
      </p:pic>
    </p:spTree>
    <p:extLst>
      <p:ext uri="{BB962C8B-B14F-4D97-AF65-F5344CB8AC3E}">
        <p14:creationId xmlns:p14="http://schemas.microsoft.com/office/powerpoint/2010/main" val="669211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gt;Brug ikke layouts efter dette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black">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da-DK" sz="1400" dirty="0" err="1">
              <a:solidFill>
                <a:schemeClr val="tx1"/>
              </a:solidFill>
            </a:endParaRPr>
          </a:p>
        </p:txBody>
      </p:sp>
      <p:sp>
        <p:nvSpPr>
          <p:cNvPr id="5" name="Do not use"/>
          <p:cNvSpPr txBox="1"/>
          <p:nvPr userDrawn="1"/>
        </p:nvSpPr>
        <p:spPr bwMode="white">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da-DK" sz="4400" b="0" noProof="0" dirty="0">
                <a:solidFill>
                  <a:schemeClr val="bg1"/>
                </a:solidFill>
              </a:rPr>
              <a:t>Hvis du ser andre </a:t>
            </a:r>
            <a:r>
              <a:rPr lang="da-DK" sz="4400" b="1" i="1" noProof="0" dirty="0">
                <a:solidFill>
                  <a:schemeClr val="bg1"/>
                </a:solidFill>
              </a:rPr>
              <a:t>layouts efter dette,</a:t>
            </a:r>
            <a:br>
              <a:rPr lang="da-DK" sz="4400" b="0" i="0" noProof="0" dirty="0">
                <a:solidFill>
                  <a:schemeClr val="bg1"/>
                </a:solidFill>
              </a:rPr>
            </a:br>
            <a:r>
              <a:rPr lang="da-DK" sz="4400" b="0" noProof="0" dirty="0">
                <a:solidFill>
                  <a:schemeClr val="bg1"/>
                </a:solidFill>
              </a:rPr>
              <a:t>brug dem ikke. Disse layouts </a:t>
            </a:r>
            <a:r>
              <a:rPr lang="da-DK" sz="4400" b="1" i="1" u="none" noProof="0" dirty="0">
                <a:solidFill>
                  <a:schemeClr val="bg1"/>
                </a:solidFill>
              </a:rPr>
              <a:t>tilhører ikke </a:t>
            </a:r>
            <a:r>
              <a:rPr lang="da-DK" sz="4400" b="0" i="0" u="none" noProof="0" dirty="0">
                <a:solidFill>
                  <a:schemeClr val="bg1"/>
                </a:solidFill>
              </a:rPr>
              <a:t>vores corporate </a:t>
            </a:r>
            <a:r>
              <a:rPr lang="da-DK" sz="4400" b="0" noProof="0" dirty="0">
                <a:solidFill>
                  <a:schemeClr val="bg1"/>
                </a:solidFill>
              </a:rPr>
              <a:t>skabelon.</a:t>
            </a:r>
            <a:br>
              <a:rPr lang="da-DK" sz="2800" b="0" noProof="0" dirty="0">
                <a:solidFill>
                  <a:schemeClr val="bg1"/>
                </a:solidFill>
              </a:rPr>
            </a:br>
            <a:br>
              <a:rPr lang="da-DK" sz="2800" b="0" noProof="0" dirty="0">
                <a:solidFill>
                  <a:schemeClr val="bg1"/>
                </a:solidFill>
              </a:rPr>
            </a:br>
            <a:endParaRPr lang="da-DK" sz="2800" b="0" noProof="0" dirty="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white">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white">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da-DK" sz="1400" dirty="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white">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da-DK" sz="1400" dirty="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bwMode="white">
          <a:xfrm>
            <a:off x="472536" y="2986685"/>
            <a:ext cx="10152346" cy="1631216"/>
          </a:xfrm>
          <a:prstGeom prst="rect">
            <a:avLst/>
          </a:prstGeom>
        </p:spPr>
        <p:txBody>
          <a:bodyPr wrap="square">
            <a:spAutoFit/>
          </a:bodyPr>
          <a:lstStyle/>
          <a:p>
            <a:pPr algn="ctr"/>
            <a:r>
              <a:rPr lang="da-DK" sz="10000" b="1" i="1" noProof="0" dirty="0">
                <a:solidFill>
                  <a:schemeClr val="bg1"/>
                </a:solidFill>
              </a:rPr>
              <a:t>Brug dem ikke</a:t>
            </a:r>
            <a:endParaRPr lang="da-DK" sz="10000" b="1" i="1" noProof="0" dirty="0"/>
          </a:p>
        </p:txBody>
      </p:sp>
      <p:sp>
        <p:nvSpPr>
          <p:cNvPr id="16" name="Do not use">
            <a:extLst>
              <a:ext uri="{FF2B5EF4-FFF2-40B4-BE49-F238E27FC236}">
                <a16:creationId xmlns:a16="http://schemas.microsoft.com/office/drawing/2014/main" id="{A8FA78FA-4D94-4717-B7C6-6F86378D6B01}"/>
              </a:ext>
            </a:extLst>
          </p:cNvPr>
          <p:cNvSpPr txBox="1"/>
          <p:nvPr userDrawn="1"/>
        </p:nvSpPr>
        <p:spPr bwMode="white">
          <a:xfrm>
            <a:off x="430214" y="5186455"/>
            <a:ext cx="11356974" cy="1277273"/>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da-DK" sz="2000" b="0" noProof="0" dirty="0">
                <a:solidFill>
                  <a:schemeClr val="bg1"/>
                </a:solidFill>
              </a:rPr>
              <a:t>Pga. PowerPoints standard Kopier/Indsæt funktionalitet kan ekstra uønskede layouts forekomme.</a:t>
            </a:r>
          </a:p>
          <a:p>
            <a:pPr marL="0" marR="0" indent="0" algn="ctr" fontAlgn="auto">
              <a:lnSpc>
                <a:spcPct val="100000"/>
              </a:lnSpc>
              <a:spcBef>
                <a:spcPts val="600"/>
              </a:spcBef>
              <a:spcAft>
                <a:spcPts val="0"/>
              </a:spcAft>
              <a:buClr>
                <a:srgbClr val="003755"/>
              </a:buClr>
              <a:buSzTx/>
              <a:buFontTx/>
              <a:buNone/>
              <a:tabLst/>
            </a:pPr>
            <a:r>
              <a:rPr lang="da-DK" sz="2000" b="0" noProof="0" dirty="0">
                <a:solidFill>
                  <a:schemeClr val="bg1"/>
                </a:solidFill>
              </a:rPr>
              <a:t>OBS! Layouts efter dette kan indeholde potential fortrolig information.</a:t>
            </a:r>
            <a:br>
              <a:rPr lang="da-DK" sz="1800" b="0" noProof="0" dirty="0">
                <a:solidFill>
                  <a:schemeClr val="bg1"/>
                </a:solidFill>
              </a:rPr>
            </a:br>
            <a:endParaRPr lang="da-DK" sz="1800" b="0" noProof="0" dirty="0">
              <a:solidFill>
                <a:schemeClr val="bg1"/>
              </a:solidFill>
            </a:endParaRPr>
          </a:p>
        </p:txBody>
      </p:sp>
      <p:sp>
        <p:nvSpPr>
          <p:cNvPr id="13" name="Date Placeholder 6" hidden="1">
            <a:extLst>
              <a:ext uri="{FF2B5EF4-FFF2-40B4-BE49-F238E27FC236}">
                <a16:creationId xmlns:a16="http://schemas.microsoft.com/office/drawing/2014/main" id="{16F02AC0-8835-4687-9809-625BC7974E07}"/>
              </a:ext>
            </a:extLst>
          </p:cNvPr>
          <p:cNvSpPr>
            <a:spLocks noGrp="1"/>
          </p:cNvSpPr>
          <p:nvPr>
            <p:ph type="dt" sz="half" idx="15"/>
          </p:nvPr>
        </p:nvSpPr>
        <p:spPr>
          <a:xfrm>
            <a:off x="0" y="6858000"/>
            <a:ext cx="0" cy="0"/>
          </a:xfrm>
        </p:spPr>
        <p:txBody>
          <a:bodyPr/>
          <a:lstStyle>
            <a:lvl1pPr>
              <a:defRPr sz="100">
                <a:noFill/>
              </a:defRPr>
            </a:lvl1pPr>
          </a:lstStyle>
          <a:p>
            <a:fld id="{78E59B62-033C-4704-BD1F-D8185ADB39DC}" type="datetime4">
              <a:rPr lang="da-DK" smtClean="0"/>
              <a:t>26-09-23</a:t>
            </a:fld>
            <a:endParaRPr lang="da-DK" dirty="0"/>
          </a:p>
        </p:txBody>
      </p:sp>
      <p:sp>
        <p:nvSpPr>
          <p:cNvPr id="14" name="Footer Placeholder 8" hidden="1">
            <a:extLst>
              <a:ext uri="{FF2B5EF4-FFF2-40B4-BE49-F238E27FC236}">
                <a16:creationId xmlns:a16="http://schemas.microsoft.com/office/drawing/2014/main" id="{06D6C9CE-4F2C-454C-BB55-801B8D39FB8A}"/>
              </a:ext>
            </a:extLst>
          </p:cNvPr>
          <p:cNvSpPr>
            <a:spLocks noGrp="1"/>
          </p:cNvSpPr>
          <p:nvPr>
            <p:ph type="ftr" sz="quarter" idx="16"/>
          </p:nvPr>
        </p:nvSpPr>
        <p:spPr>
          <a:xfrm>
            <a:off x="0" y="6858000"/>
            <a:ext cx="0" cy="0"/>
          </a:xfrm>
        </p:spPr>
        <p:txBody>
          <a:bodyPr/>
          <a:lstStyle>
            <a:lvl1pPr>
              <a:defRPr sz="100">
                <a:noFill/>
              </a:defRPr>
            </a:lvl1pPr>
          </a:lstStyle>
          <a:p>
            <a:endParaRPr lang="da-DK" dirty="0"/>
          </a:p>
        </p:txBody>
      </p:sp>
      <p:sp>
        <p:nvSpPr>
          <p:cNvPr id="15" name="Slide Number Placeholder 10" hidden="1">
            <a:extLst>
              <a:ext uri="{FF2B5EF4-FFF2-40B4-BE49-F238E27FC236}">
                <a16:creationId xmlns:a16="http://schemas.microsoft.com/office/drawing/2014/main" id="{E475F42F-AD98-4F3B-A294-8047E72ED3B3}"/>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da-DK" smtClean="0"/>
              <a:pPr/>
              <a:t>‹#›</a:t>
            </a:fld>
            <a:endParaRPr lang="da-DK" dirty="0"/>
          </a:p>
        </p:txBody>
      </p:sp>
    </p:spTree>
    <p:extLst>
      <p:ext uri="{BB962C8B-B14F-4D97-AF65-F5344CB8AC3E}">
        <p14:creationId xmlns:p14="http://schemas.microsoft.com/office/powerpoint/2010/main" val="488662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396874" y="395288"/>
            <a:ext cx="4654551" cy="663600"/>
          </a:xfrm>
          <a:prstGeom prst="rect">
            <a:avLst/>
          </a:prstGeom>
        </p:spPr>
        <p:txBody>
          <a:bodyPr vert="horz" lIns="0" tIns="0" rIns="0" bIns="0" rtlCol="0" anchor="t" anchorCtr="0">
            <a:noAutofit/>
          </a:bodyPr>
          <a:lstStyle/>
          <a:p>
            <a:r>
              <a:rPr lang="da-DK" dirty="0" err="1"/>
              <a:t>Click</a:t>
            </a:r>
            <a:r>
              <a:rPr lang="da-DK" dirty="0"/>
              <a:t> to </a:t>
            </a:r>
            <a:r>
              <a:rPr lang="da-DK" dirty="0" err="1"/>
              <a:t>add</a:t>
            </a:r>
            <a:r>
              <a:rPr lang="da-DK" dirty="0"/>
              <a:t> </a:t>
            </a:r>
            <a:r>
              <a:rPr lang="da-DK" dirty="0" err="1"/>
              <a:t>title</a:t>
            </a:r>
            <a:endParaRPr lang="da-DK" dirty="0"/>
          </a:p>
        </p:txBody>
      </p:sp>
      <p:sp>
        <p:nvSpPr>
          <p:cNvPr id="3" name="Text Placeholder 2"/>
          <p:cNvSpPr>
            <a:spLocks noGrp="1"/>
          </p:cNvSpPr>
          <p:nvPr>
            <p:ph type="body" idx="1"/>
          </p:nvPr>
        </p:nvSpPr>
        <p:spPr>
          <a:xfrm>
            <a:off x="6176962" y="395287"/>
            <a:ext cx="5618163" cy="5773737"/>
          </a:xfrm>
          <a:prstGeom prst="rect">
            <a:avLst/>
          </a:prstGeom>
        </p:spPr>
        <p:txBody>
          <a:bodyPr vert="horz" lIns="0" tIns="0" rIns="0" bIns="0" rtlCol="0">
            <a:noAutofit/>
          </a:bodyPr>
          <a:lstStyle/>
          <a:p>
            <a:pPr lvl="0"/>
            <a:r>
              <a:rPr lang="da-DK" noProof="0" dirty="0"/>
              <a:t>Level 1                                                                                                                                          Press ENTER then TAB to view next text style                                                                                  Press SHIFT+TAB to view previous text style</a:t>
            </a:r>
          </a:p>
          <a:p>
            <a:pPr lvl="1"/>
            <a:r>
              <a:rPr lang="da-DK" noProof="0" dirty="0"/>
              <a:t>Level 2</a:t>
            </a:r>
          </a:p>
          <a:p>
            <a:pPr lvl="2"/>
            <a:r>
              <a:rPr lang="da-DK" noProof="0" dirty="0"/>
              <a:t>Level 3</a:t>
            </a:r>
          </a:p>
          <a:p>
            <a:pPr lvl="3"/>
            <a:r>
              <a:rPr lang="da-DK" noProof="0" dirty="0"/>
              <a:t>Level 4, Header</a:t>
            </a:r>
          </a:p>
          <a:p>
            <a:pPr lvl="4"/>
            <a:r>
              <a:rPr lang="da-DK" noProof="0" dirty="0"/>
              <a:t>Level 5, Body</a:t>
            </a:r>
          </a:p>
          <a:p>
            <a:pPr lvl="5"/>
            <a:r>
              <a:rPr lang="da-DK" noProof="0" dirty="0"/>
              <a:t>Level 6</a:t>
            </a:r>
          </a:p>
          <a:p>
            <a:pPr lvl="6"/>
            <a:r>
              <a:rPr lang="da-DK" noProof="0" dirty="0"/>
              <a:t>Level 7, Small Header</a:t>
            </a:r>
          </a:p>
          <a:p>
            <a:pPr lvl="7"/>
            <a:r>
              <a:rPr lang="da-DK" noProof="0" dirty="0"/>
              <a:t>Level 8, Small Body</a:t>
            </a:r>
          </a:p>
          <a:p>
            <a:pPr lvl="8"/>
            <a:r>
              <a:rPr lang="da-DK" noProof="0" dirty="0"/>
              <a:t>Level 9, Infographic</a:t>
            </a:r>
          </a:p>
        </p:txBody>
      </p:sp>
      <p:sp>
        <p:nvSpPr>
          <p:cNvPr id="2" name="Date Placeholder 1">
            <a:extLst>
              <a:ext uri="{FF2B5EF4-FFF2-40B4-BE49-F238E27FC236}">
                <a16:creationId xmlns:a16="http://schemas.microsoft.com/office/drawing/2014/main" id="{0643F1B6-0743-4D14-8B95-B030120DE5D1}"/>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800">
                <a:noFill/>
              </a:defRPr>
            </a:lvl1pPr>
          </a:lstStyle>
          <a:p>
            <a:fld id="{727BBD34-DD59-49E1-9776-D67684F06344}" type="datetime4">
              <a:rPr lang="da-DK" smtClean="0"/>
              <a:pPr/>
              <a:t>26-09-23</a:t>
            </a:fld>
            <a:endParaRPr lang="da-DK" dirty="0"/>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0" y="6858000"/>
            <a:ext cx="0" cy="0"/>
          </a:xfrm>
          <a:prstGeom prst="rect">
            <a:avLst/>
          </a:prstGeom>
        </p:spPr>
        <p:txBody>
          <a:bodyPr vert="horz" lIns="0" tIns="0" rIns="0" bIns="0" rtlCol="0" anchor="b" anchorCtr="0"/>
          <a:lstStyle>
            <a:lvl1pPr algn="ctr">
              <a:defRPr sz="800">
                <a:noFill/>
              </a:defRPr>
            </a:lvl1pPr>
          </a:lstStyle>
          <a:p>
            <a:endParaRPr lang="da-DK" dirty="0"/>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11435125" y="6461124"/>
            <a:ext cx="360000" cy="136869"/>
          </a:xfrm>
          <a:prstGeom prst="rect">
            <a:avLst/>
          </a:prstGeom>
        </p:spPr>
        <p:txBody>
          <a:bodyPr vert="horz" lIns="0" tIns="0" rIns="0" bIns="0" rtlCol="0" anchor="b" anchorCtr="0"/>
          <a:lstStyle>
            <a:lvl1pPr algn="r">
              <a:defRPr sz="800" b="0" baseline="0">
                <a:solidFill>
                  <a:schemeClr val="bg2"/>
                </a:solidFill>
              </a:defRPr>
            </a:lvl1pPr>
          </a:lstStyle>
          <a:p>
            <a:fld id="{23AA811B-2EBD-4900-905E-5BE206449611}" type="slidenum">
              <a:rPr lang="da-DK" smtClean="0"/>
              <a:pPr/>
              <a:t>‹#›</a:t>
            </a:fld>
            <a:endParaRPr lang="da-DK" dirty="0"/>
          </a:p>
        </p:txBody>
      </p:sp>
      <p:sp>
        <p:nvSpPr>
          <p:cNvPr id="27" name="5th element" descr=" ">
            <a:extLst>
              <a:ext uri="{FF2B5EF4-FFF2-40B4-BE49-F238E27FC236}">
                <a16:creationId xmlns:a16="http://schemas.microsoft.com/office/drawing/2014/main" id="{DF90C2F4-E6A6-AA12-F70C-3B3D641C7231}"/>
              </a:ext>
            </a:extLst>
          </p:cNvPr>
          <p:cNvSpPr/>
          <p:nvPr userDrawn="1"/>
        </p:nvSpPr>
        <p:spPr>
          <a:xfrm>
            <a:off x="395288" y="6395662"/>
            <a:ext cx="207711" cy="221051"/>
          </a:xfrm>
          <a:custGeom>
            <a:avLst/>
            <a:gdLst>
              <a:gd name="connsiteX0" fmla="*/ 109836 w 207711"/>
              <a:gd name="connsiteY0" fmla="*/ 152989 h 221051"/>
              <a:gd name="connsiteX1" fmla="*/ 134199 w 207711"/>
              <a:gd name="connsiteY1" fmla="*/ 162957 h 221051"/>
              <a:gd name="connsiteX2" fmla="*/ 134199 w 207711"/>
              <a:gd name="connsiteY2" fmla="*/ 211085 h 221051"/>
              <a:gd name="connsiteX3" fmla="*/ 85474 w 207711"/>
              <a:gd name="connsiteY3" fmla="*/ 211085 h 221051"/>
              <a:gd name="connsiteX4" fmla="*/ 85474 w 207711"/>
              <a:gd name="connsiteY4" fmla="*/ 162957 h 221051"/>
              <a:gd name="connsiteX5" fmla="*/ 109836 w 207711"/>
              <a:gd name="connsiteY5" fmla="*/ 152989 h 221051"/>
              <a:gd name="connsiteX6" fmla="*/ 182961 w 207711"/>
              <a:gd name="connsiteY6" fmla="*/ 139441 h 221051"/>
              <a:gd name="connsiteX7" fmla="*/ 207041 w 207711"/>
              <a:gd name="connsiteY7" fmla="*/ 153246 h 221051"/>
              <a:gd name="connsiteX8" fmla="*/ 193066 w 207711"/>
              <a:gd name="connsiteY8" fmla="*/ 177030 h 221051"/>
              <a:gd name="connsiteX9" fmla="*/ 168986 w 207711"/>
              <a:gd name="connsiteY9" fmla="*/ 163226 h 221051"/>
              <a:gd name="connsiteX10" fmla="*/ 182961 w 207711"/>
              <a:gd name="connsiteY10" fmla="*/ 139441 h 221051"/>
              <a:gd name="connsiteX11" fmla="*/ 39377 w 207711"/>
              <a:gd name="connsiteY11" fmla="*/ 71631 h 221051"/>
              <a:gd name="connsiteX12" fmla="*/ 78753 w 207711"/>
              <a:gd name="connsiteY12" fmla="*/ 110525 h 221051"/>
              <a:gd name="connsiteX13" fmla="*/ 39377 w 207711"/>
              <a:gd name="connsiteY13" fmla="*/ 149419 h 221051"/>
              <a:gd name="connsiteX14" fmla="*/ 0 w 207711"/>
              <a:gd name="connsiteY14" fmla="*/ 110525 h 221051"/>
              <a:gd name="connsiteX15" fmla="*/ 39377 w 207711"/>
              <a:gd name="connsiteY15" fmla="*/ 71631 h 221051"/>
              <a:gd name="connsiteX16" fmla="*/ 195554 w 207711"/>
              <a:gd name="connsiteY16" fmla="*/ 44851 h 221051"/>
              <a:gd name="connsiteX17" fmla="*/ 206208 w 207711"/>
              <a:gd name="connsiteY17" fmla="*/ 55375 h 221051"/>
              <a:gd name="connsiteX18" fmla="*/ 195554 w 207711"/>
              <a:gd name="connsiteY18" fmla="*/ 80781 h 221051"/>
              <a:gd name="connsiteX19" fmla="*/ 169832 w 207711"/>
              <a:gd name="connsiteY19" fmla="*/ 70258 h 221051"/>
              <a:gd name="connsiteX20" fmla="*/ 180486 w 207711"/>
              <a:gd name="connsiteY20" fmla="*/ 44851 h 221051"/>
              <a:gd name="connsiteX21" fmla="*/ 195554 w 207711"/>
              <a:gd name="connsiteY21" fmla="*/ 44851 h 221051"/>
              <a:gd name="connsiteX22" fmla="*/ 109836 w 207711"/>
              <a:gd name="connsiteY22" fmla="*/ 0 h 221051"/>
              <a:gd name="connsiteX23" fmla="*/ 134199 w 207711"/>
              <a:gd name="connsiteY23" fmla="*/ 9968 h 221051"/>
              <a:gd name="connsiteX24" fmla="*/ 134199 w 207711"/>
              <a:gd name="connsiteY24" fmla="*/ 58095 h 221051"/>
              <a:gd name="connsiteX25" fmla="*/ 85474 w 207711"/>
              <a:gd name="connsiteY25" fmla="*/ 58095 h 221051"/>
              <a:gd name="connsiteX26" fmla="*/ 85474 w 207711"/>
              <a:gd name="connsiteY26" fmla="*/ 9968 h 221051"/>
              <a:gd name="connsiteX27" fmla="*/ 109836 w 207711"/>
              <a:gd name="connsiteY27" fmla="*/ 0 h 22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7711" h="221051">
                <a:moveTo>
                  <a:pt x="109836" y="152989"/>
                </a:moveTo>
                <a:cubicBezTo>
                  <a:pt x="118654" y="152989"/>
                  <a:pt x="127471" y="156312"/>
                  <a:pt x="134199" y="162957"/>
                </a:cubicBezTo>
                <a:cubicBezTo>
                  <a:pt x="147654" y="176246"/>
                  <a:pt x="147654" y="197794"/>
                  <a:pt x="134199" y="211085"/>
                </a:cubicBezTo>
                <a:cubicBezTo>
                  <a:pt x="120743" y="224374"/>
                  <a:pt x="98930" y="224374"/>
                  <a:pt x="85474" y="211085"/>
                </a:cubicBezTo>
                <a:cubicBezTo>
                  <a:pt x="72019" y="197794"/>
                  <a:pt x="72019" y="176246"/>
                  <a:pt x="85474" y="162957"/>
                </a:cubicBezTo>
                <a:cubicBezTo>
                  <a:pt x="92202" y="156312"/>
                  <a:pt x="101019" y="152989"/>
                  <a:pt x="109836" y="152989"/>
                </a:cubicBezTo>
                <a:close/>
                <a:moveTo>
                  <a:pt x="182961" y="139441"/>
                </a:moveTo>
                <a:cubicBezTo>
                  <a:pt x="193469" y="136685"/>
                  <a:pt x="204250" y="142866"/>
                  <a:pt x="207041" y="153246"/>
                </a:cubicBezTo>
                <a:cubicBezTo>
                  <a:pt x="209831" y="163625"/>
                  <a:pt x="203574" y="174274"/>
                  <a:pt x="193066" y="177030"/>
                </a:cubicBezTo>
                <a:cubicBezTo>
                  <a:pt x="182557" y="179786"/>
                  <a:pt x="171776" y="173605"/>
                  <a:pt x="168986" y="163226"/>
                </a:cubicBezTo>
                <a:cubicBezTo>
                  <a:pt x="166196" y="152846"/>
                  <a:pt x="172452" y="142198"/>
                  <a:pt x="182961" y="139441"/>
                </a:cubicBezTo>
                <a:close/>
                <a:moveTo>
                  <a:pt x="39377" y="71631"/>
                </a:moveTo>
                <a:cubicBezTo>
                  <a:pt x="61124" y="71631"/>
                  <a:pt x="78753" y="89045"/>
                  <a:pt x="78753" y="110525"/>
                </a:cubicBezTo>
                <a:cubicBezTo>
                  <a:pt x="78753" y="132006"/>
                  <a:pt x="61124" y="149419"/>
                  <a:pt x="39377" y="149419"/>
                </a:cubicBezTo>
                <a:cubicBezTo>
                  <a:pt x="17630" y="149419"/>
                  <a:pt x="0" y="132006"/>
                  <a:pt x="0" y="110525"/>
                </a:cubicBezTo>
                <a:cubicBezTo>
                  <a:pt x="0" y="89045"/>
                  <a:pt x="17630" y="71631"/>
                  <a:pt x="39377" y="71631"/>
                </a:cubicBezTo>
                <a:close/>
                <a:moveTo>
                  <a:pt x="195554" y="44851"/>
                </a:moveTo>
                <a:cubicBezTo>
                  <a:pt x="200208" y="46755"/>
                  <a:pt x="204127" y="50414"/>
                  <a:pt x="206208" y="55375"/>
                </a:cubicBezTo>
                <a:cubicBezTo>
                  <a:pt x="210369" y="65297"/>
                  <a:pt x="205599" y="76671"/>
                  <a:pt x="195554" y="80781"/>
                </a:cubicBezTo>
                <a:cubicBezTo>
                  <a:pt x="185509" y="84891"/>
                  <a:pt x="173993" y="80179"/>
                  <a:pt x="169832" y="70258"/>
                </a:cubicBezTo>
                <a:cubicBezTo>
                  <a:pt x="165671" y="60336"/>
                  <a:pt x="170441" y="48961"/>
                  <a:pt x="180486" y="44851"/>
                </a:cubicBezTo>
                <a:cubicBezTo>
                  <a:pt x="185509" y="42796"/>
                  <a:pt x="190899" y="42947"/>
                  <a:pt x="195554" y="44851"/>
                </a:cubicBezTo>
                <a:close/>
                <a:moveTo>
                  <a:pt x="109836" y="0"/>
                </a:moveTo>
                <a:cubicBezTo>
                  <a:pt x="118654" y="0"/>
                  <a:pt x="127471" y="3323"/>
                  <a:pt x="134199" y="9968"/>
                </a:cubicBezTo>
                <a:cubicBezTo>
                  <a:pt x="147654" y="23258"/>
                  <a:pt x="147654" y="44805"/>
                  <a:pt x="134199" y="58095"/>
                </a:cubicBezTo>
                <a:cubicBezTo>
                  <a:pt x="120743" y="71385"/>
                  <a:pt x="98930" y="71385"/>
                  <a:pt x="85474" y="58095"/>
                </a:cubicBezTo>
                <a:cubicBezTo>
                  <a:pt x="72019" y="44805"/>
                  <a:pt x="72019" y="23258"/>
                  <a:pt x="85474" y="9968"/>
                </a:cubicBezTo>
                <a:cubicBezTo>
                  <a:pt x="92202" y="3323"/>
                  <a:pt x="101019" y="0"/>
                  <a:pt x="109836" y="0"/>
                </a:cubicBezTo>
                <a:close/>
              </a:path>
            </a:pathLst>
          </a:custGeom>
          <a:solidFill>
            <a:srgbClr val="003732"/>
          </a:solidFill>
          <a:ln w="12665" cap="flat">
            <a:noFill/>
            <a:prstDash val="solid"/>
            <a:miter/>
          </a:ln>
        </p:spPr>
        <p:txBody>
          <a:bodyPr rtlCol="0" anchor="ctr"/>
          <a:lstStyle/>
          <a:p>
            <a:endParaRPr lang="da-DK" dirty="0"/>
          </a:p>
        </p:txBody>
      </p:sp>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730" r:id="rId1"/>
    <p:sldLayoutId id="2147483813" r:id="rId2"/>
    <p:sldLayoutId id="2147483819" r:id="rId3"/>
    <p:sldLayoutId id="2147483820" r:id="rId4"/>
    <p:sldLayoutId id="2147483729" r:id="rId5"/>
    <p:sldLayoutId id="2147483732" r:id="rId6"/>
    <p:sldLayoutId id="2147483755" r:id="rId7"/>
    <p:sldLayoutId id="2147483818" r:id="rId8"/>
    <p:sldLayoutId id="2147483807" r:id="rId9"/>
    <p:sldLayoutId id="2147483815" r:id="rId10"/>
    <p:sldLayoutId id="2147483816" r:id="rId11"/>
    <p:sldLayoutId id="2147483810" r:id="rId12"/>
    <p:sldLayoutId id="2147483765" r:id="rId13"/>
    <p:sldLayoutId id="2147483743" r:id="rId14"/>
    <p:sldLayoutId id="2147483823" r:id="rId15"/>
    <p:sldLayoutId id="2147483822" r:id="rId16"/>
    <p:sldLayoutId id="2147483821" r:id="rId17"/>
    <p:sldLayoutId id="2147483744" r:id="rId18"/>
    <p:sldLayoutId id="2147483817" r:id="rId19"/>
    <p:sldLayoutId id="2147483783" r:id="rId20"/>
    <p:sldLayoutId id="2147483824" r:id="rId21"/>
    <p:sldLayoutId id="2147483753" r:id="rId22"/>
  </p:sldLayoutIdLst>
  <p:hf hdr="0"/>
  <p:txStyles>
    <p:titleStyle>
      <a:lvl1pPr algn="l" defTabSz="914400" rtl="0" eaLnBrk="1" latinLnBrk="0" hangingPunct="1">
        <a:lnSpc>
          <a:spcPct val="83000"/>
        </a:lnSpc>
        <a:spcBef>
          <a:spcPct val="0"/>
        </a:spcBef>
        <a:buNone/>
        <a:defRPr sz="2400" kern="1200">
          <a:solidFill>
            <a:schemeClr val="bg2"/>
          </a:solidFill>
          <a:latin typeface="+mj-lt"/>
          <a:ea typeface="+mj-ea"/>
          <a:cs typeface="+mj-cs"/>
        </a:defRPr>
      </a:lvl1pPr>
    </p:titleStyle>
    <p:bodyStyle>
      <a:lvl1pPr marL="180000" indent="-180000" algn="l" defTabSz="914400" rtl="0" eaLnBrk="1" latinLnBrk="0" hangingPunct="1">
        <a:lnSpc>
          <a:spcPct val="100000"/>
        </a:lnSpc>
        <a:spcBef>
          <a:spcPts val="0"/>
        </a:spcBef>
        <a:spcAft>
          <a:spcPts val="600"/>
        </a:spcAft>
        <a:buFont typeface="Clever Sans OFFC" panose="020B0504050501040104" pitchFamily="34" charset="0"/>
        <a:buChar char="•"/>
        <a:defRPr sz="1400" kern="1200" baseline="0">
          <a:solidFill>
            <a:schemeClr val="bg2"/>
          </a:solidFill>
          <a:latin typeface="+mn-lt"/>
          <a:ea typeface="+mn-ea"/>
          <a:cs typeface="+mn-cs"/>
        </a:defRPr>
      </a:lvl1pPr>
      <a:lvl2pPr marL="360000" indent="-180000" algn="l" defTabSz="914400" rtl="0" eaLnBrk="1" latinLnBrk="0" hangingPunct="1">
        <a:lnSpc>
          <a:spcPct val="100000"/>
        </a:lnSpc>
        <a:spcBef>
          <a:spcPts val="0"/>
        </a:spcBef>
        <a:spcAft>
          <a:spcPts val="600"/>
        </a:spcAft>
        <a:buFont typeface="Clever Sans OFFC" panose="020B0504050501040104" pitchFamily="34" charset="0"/>
        <a:buChar char="•"/>
        <a:defRPr sz="1400" kern="1200" baseline="0">
          <a:solidFill>
            <a:schemeClr val="bg2"/>
          </a:solidFill>
          <a:latin typeface="+mn-lt"/>
          <a:ea typeface="+mn-ea"/>
          <a:cs typeface="+mn-cs"/>
        </a:defRPr>
      </a:lvl2pPr>
      <a:lvl3pPr marL="540000" indent="-180000" algn="l" defTabSz="914400" rtl="0" eaLnBrk="1" latinLnBrk="0" hangingPunct="1">
        <a:lnSpc>
          <a:spcPct val="100000"/>
        </a:lnSpc>
        <a:spcBef>
          <a:spcPts val="0"/>
        </a:spcBef>
        <a:spcAft>
          <a:spcPts val="600"/>
        </a:spcAft>
        <a:buFont typeface="Clever Sans OFFC" panose="020B0504050501040104" pitchFamily="34" charset="0"/>
        <a:buChar char="•"/>
        <a:defRPr sz="1400" kern="1200" baseline="0">
          <a:solidFill>
            <a:schemeClr val="bg2"/>
          </a:solidFill>
          <a:latin typeface="+mn-lt"/>
          <a:ea typeface="+mn-ea"/>
          <a:cs typeface="+mn-cs"/>
        </a:defRPr>
      </a:lvl3pPr>
      <a:lvl4pPr marL="0" indent="0" algn="l" defTabSz="914400" rtl="0" eaLnBrk="1" latinLnBrk="0" hangingPunct="1">
        <a:lnSpc>
          <a:spcPct val="100000"/>
        </a:lnSpc>
        <a:spcBef>
          <a:spcPts val="0"/>
        </a:spcBef>
        <a:spcAft>
          <a:spcPts val="600"/>
        </a:spcAft>
        <a:buFont typeface="Clever Sans OFFC" panose="020B0504050501040104" pitchFamily="34" charset="0"/>
        <a:buChar char="​"/>
        <a:defRPr sz="1400" b="0" kern="1200" baseline="0">
          <a:solidFill>
            <a:schemeClr val="bg2"/>
          </a:solidFill>
          <a:latin typeface="+mj-lt"/>
          <a:ea typeface="+mn-ea"/>
          <a:cs typeface="+mn-cs"/>
        </a:defRPr>
      </a:lvl4pPr>
      <a:lvl5pPr marL="0" indent="0" algn="l" defTabSz="914400" rtl="0" eaLnBrk="1" latinLnBrk="0" hangingPunct="1">
        <a:lnSpc>
          <a:spcPct val="100000"/>
        </a:lnSpc>
        <a:spcBef>
          <a:spcPts val="0"/>
        </a:spcBef>
        <a:spcAft>
          <a:spcPts val="600"/>
        </a:spcAft>
        <a:buFont typeface="Clever Sans OFFC" panose="020B0504050501040104" pitchFamily="34" charset="0"/>
        <a:buChar char="​"/>
        <a:tabLst/>
        <a:defRPr sz="1400" kern="1200" baseline="0">
          <a:solidFill>
            <a:schemeClr val="bg2"/>
          </a:solidFill>
          <a:latin typeface="+mn-lt"/>
          <a:ea typeface="+mn-ea"/>
          <a:cs typeface="+mn-cs"/>
        </a:defRPr>
      </a:lvl5pPr>
      <a:lvl6pPr marL="180000" indent="-180000" algn="l" defTabSz="914400" rtl="0" eaLnBrk="1" latinLnBrk="0" hangingPunct="1">
        <a:lnSpc>
          <a:spcPct val="100000"/>
        </a:lnSpc>
        <a:spcBef>
          <a:spcPts val="0"/>
        </a:spcBef>
        <a:spcAft>
          <a:spcPts val="600"/>
        </a:spcAft>
        <a:buFont typeface="Clever Sans OFFC" panose="020B0504050501040104" pitchFamily="34" charset="0"/>
        <a:buChar char="•"/>
        <a:defRPr sz="1200" kern="1200" baseline="0">
          <a:solidFill>
            <a:schemeClr val="bg2"/>
          </a:solidFill>
          <a:latin typeface="+mn-lt"/>
          <a:ea typeface="+mn-ea"/>
          <a:cs typeface="+mn-cs"/>
        </a:defRPr>
      </a:lvl6pPr>
      <a:lvl7pPr marL="0" indent="0" algn="l" defTabSz="914400" rtl="0" eaLnBrk="1" latinLnBrk="0" hangingPunct="1">
        <a:lnSpc>
          <a:spcPct val="100000"/>
        </a:lnSpc>
        <a:spcBef>
          <a:spcPts val="0"/>
        </a:spcBef>
        <a:spcAft>
          <a:spcPts val="600"/>
        </a:spcAft>
        <a:buFont typeface="Clever Sans OFFC" panose="020B0504050501040104" pitchFamily="34" charset="0"/>
        <a:buChar char="​"/>
        <a:defRPr sz="1200" b="0" kern="1200" baseline="0">
          <a:solidFill>
            <a:schemeClr val="bg2"/>
          </a:solidFill>
          <a:latin typeface="+mj-lt"/>
          <a:ea typeface="+mn-ea"/>
          <a:cs typeface="+mn-cs"/>
        </a:defRPr>
      </a:lvl7pPr>
      <a:lvl8pPr marL="0" indent="0" algn="l" defTabSz="914400" rtl="0" eaLnBrk="1" latinLnBrk="0" hangingPunct="1">
        <a:lnSpc>
          <a:spcPct val="100000"/>
        </a:lnSpc>
        <a:spcBef>
          <a:spcPts val="0"/>
        </a:spcBef>
        <a:spcAft>
          <a:spcPts val="600"/>
        </a:spcAft>
        <a:buFont typeface="Clever Sans OFFC" panose="020B0504050501040104" pitchFamily="34" charset="0"/>
        <a:buChar char="​"/>
        <a:defRPr sz="1200" kern="1200" baseline="0">
          <a:solidFill>
            <a:schemeClr val="bg2"/>
          </a:solidFill>
          <a:latin typeface="+mn-lt"/>
          <a:ea typeface="+mn-ea"/>
          <a:cs typeface="+mn-cs"/>
        </a:defRPr>
      </a:lvl8pPr>
      <a:lvl9pPr marL="0" indent="0" algn="l" defTabSz="914400" rtl="0" eaLnBrk="1" latinLnBrk="0" hangingPunct="1">
        <a:lnSpc>
          <a:spcPct val="90000"/>
        </a:lnSpc>
        <a:spcBef>
          <a:spcPts val="0"/>
        </a:spcBef>
        <a:spcAft>
          <a:spcPts val="0"/>
        </a:spcAft>
        <a:buFont typeface="Clever Sans OFFC" panose="020B0504050501040104" pitchFamily="34" charset="0"/>
        <a:buChar char="​"/>
        <a:defRPr sz="4800" kern="1200" baseline="0">
          <a:solidFill>
            <a:schemeClr val="bg2"/>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9" userDrawn="1">
          <p15:clr>
            <a:srgbClr val="F26B43"/>
          </p15:clr>
        </p15:guide>
        <p15:guide id="2" pos="7360" userDrawn="1">
          <p15:clr>
            <a:srgbClr val="F26B43"/>
          </p15:clr>
        </p15:guide>
        <p15:guide id="3" orient="horz" pos="319" userDrawn="1">
          <p15:clr>
            <a:srgbClr val="F26B43"/>
          </p15:clr>
        </p15:guide>
        <p15:guide id="4" orient="horz" pos="38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2.xm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chart" Target="../charts/chart2.xml"/><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C058D-9D8A-B2F3-7A5C-EBDB79350426}"/>
            </a:ext>
          </a:extLst>
        </p:cNvPr>
        <p:cNvGrpSpPr/>
        <p:nvPr/>
      </p:nvGrpSpPr>
      <p:grpSpPr>
        <a:xfrm>
          <a:off x="0" y="0"/>
          <a:ext cx="0" cy="0"/>
          <a:chOff x="0" y="0"/>
          <a:chExt cx="0" cy="0"/>
        </a:xfrm>
      </p:grpSpPr>
      <p:pic>
        <p:nvPicPr>
          <p:cNvPr id="9" name="Pladsholder til billede 8" descr="Et billede, der indeholder udendørs, sky, træ, bygning&#10;&#10;Indhold genereret af kunstig intelligens kan være forkert.">
            <a:extLst>
              <a:ext uri="{FF2B5EF4-FFF2-40B4-BE49-F238E27FC236}">
                <a16:creationId xmlns:a16="http://schemas.microsoft.com/office/drawing/2014/main" id="{3B23F800-19AA-BAA0-0CE1-31E4CDEFDB37}"/>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p:pic>
      <p:sp>
        <p:nvSpPr>
          <p:cNvPr id="3" name="Pladsholder til dato 2">
            <a:extLst>
              <a:ext uri="{FF2B5EF4-FFF2-40B4-BE49-F238E27FC236}">
                <a16:creationId xmlns:a16="http://schemas.microsoft.com/office/drawing/2014/main" id="{DC2AEF28-462D-B074-20FA-4E1622101C28}"/>
              </a:ext>
            </a:extLst>
          </p:cNvPr>
          <p:cNvSpPr>
            <a:spLocks noGrp="1"/>
          </p:cNvSpPr>
          <p:nvPr>
            <p:ph type="dt" sz="half" idx="15"/>
          </p:nvPr>
        </p:nvSpPr>
        <p:spPr/>
        <p:txBody>
          <a:bodyPr/>
          <a:lstStyle/>
          <a:p>
            <a:fld id="{31C32AA7-4D32-46CB-ABB0-3FCE5FA44E81}" type="datetime1">
              <a:rPr lang="da-DK" smtClean="0"/>
              <a:pPr/>
              <a:t>23.09.2026</a:t>
            </a:fld>
            <a:endParaRPr lang="da-DK" dirty="0"/>
          </a:p>
        </p:txBody>
      </p:sp>
      <p:sp>
        <p:nvSpPr>
          <p:cNvPr id="5" name="Pladsholder til slidenummer 4">
            <a:extLst>
              <a:ext uri="{FF2B5EF4-FFF2-40B4-BE49-F238E27FC236}">
                <a16:creationId xmlns:a16="http://schemas.microsoft.com/office/drawing/2014/main" id="{5F234A90-A783-D660-7DC5-DBE4E6A7B88B}"/>
              </a:ext>
            </a:extLst>
          </p:cNvPr>
          <p:cNvSpPr>
            <a:spLocks noGrp="1"/>
          </p:cNvSpPr>
          <p:nvPr>
            <p:ph type="sldNum" sz="quarter" idx="17"/>
          </p:nvPr>
        </p:nvSpPr>
        <p:spPr/>
        <p:txBody>
          <a:bodyPr/>
          <a:lstStyle/>
          <a:p>
            <a:fld id="{23AA811B-2EBD-4900-905E-5BE206449611}" type="slidenum">
              <a:rPr lang="da-DK" smtClean="0"/>
              <a:pPr/>
              <a:t>1</a:t>
            </a:fld>
            <a:endParaRPr lang="da-DK" dirty="0"/>
          </a:p>
        </p:txBody>
      </p:sp>
      <p:sp>
        <p:nvSpPr>
          <p:cNvPr id="6" name="Titel 5">
            <a:extLst>
              <a:ext uri="{FF2B5EF4-FFF2-40B4-BE49-F238E27FC236}">
                <a16:creationId xmlns:a16="http://schemas.microsoft.com/office/drawing/2014/main" id="{E5D2983A-543F-17A6-454B-435D50A1AF59}"/>
              </a:ext>
            </a:extLst>
          </p:cNvPr>
          <p:cNvSpPr>
            <a:spLocks noGrp="1"/>
          </p:cNvSpPr>
          <p:nvPr>
            <p:ph type="ctrTitle"/>
          </p:nvPr>
        </p:nvSpPr>
        <p:spPr/>
        <p:txBody>
          <a:bodyPr/>
          <a:lstStyle/>
          <a:p>
            <a:r>
              <a:rPr lang="da-DK" dirty="0"/>
              <a:t>Præsentation</a:t>
            </a:r>
          </a:p>
        </p:txBody>
      </p:sp>
      <p:sp>
        <p:nvSpPr>
          <p:cNvPr id="7" name="Undertitel 6">
            <a:extLst>
              <a:ext uri="{FF2B5EF4-FFF2-40B4-BE49-F238E27FC236}">
                <a16:creationId xmlns:a16="http://schemas.microsoft.com/office/drawing/2014/main" id="{BFFD73AF-F3BB-9481-668B-504AFE186EF0}"/>
              </a:ext>
            </a:extLst>
          </p:cNvPr>
          <p:cNvSpPr>
            <a:spLocks noGrp="1"/>
          </p:cNvSpPr>
          <p:nvPr>
            <p:ph type="subTitle" idx="1"/>
          </p:nvPr>
        </p:nvSpPr>
        <p:spPr/>
        <p:txBody>
          <a:bodyPr/>
          <a:lstStyle/>
          <a:p>
            <a:r>
              <a:rPr lang="da-DK" dirty="0"/>
              <a:t>Skabelon</a:t>
            </a:r>
          </a:p>
        </p:txBody>
      </p:sp>
    </p:spTree>
    <p:extLst>
      <p:ext uri="{BB962C8B-B14F-4D97-AF65-F5344CB8AC3E}">
        <p14:creationId xmlns:p14="http://schemas.microsoft.com/office/powerpoint/2010/main" val="1959034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DE19DC-F92D-765A-0BE6-4033A2F306A7}"/>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439EA00E-CFE0-5816-F815-F338DE2280FF}"/>
              </a:ext>
            </a:extLst>
          </p:cNvPr>
          <p:cNvSpPr>
            <a:spLocks noGrp="1"/>
          </p:cNvSpPr>
          <p:nvPr>
            <p:ph type="title"/>
          </p:nvPr>
        </p:nvSpPr>
        <p:spPr/>
        <p:txBody>
          <a:bodyPr/>
          <a:lstStyle/>
          <a:p>
            <a:r>
              <a:rPr lang="da-DK" dirty="0"/>
              <a:t>Hej!</a:t>
            </a:r>
          </a:p>
        </p:txBody>
      </p:sp>
      <p:sp>
        <p:nvSpPr>
          <p:cNvPr id="4" name="Pladsholder til indhold 3">
            <a:extLst>
              <a:ext uri="{FF2B5EF4-FFF2-40B4-BE49-F238E27FC236}">
                <a16:creationId xmlns:a16="http://schemas.microsoft.com/office/drawing/2014/main" id="{C90AE4F0-8179-4721-EAD0-AD8803745E2E}"/>
              </a:ext>
            </a:extLst>
          </p:cNvPr>
          <p:cNvSpPr>
            <a:spLocks noGrp="1"/>
          </p:cNvSpPr>
          <p:nvPr>
            <p:ph idx="1"/>
          </p:nvPr>
        </p:nvSpPr>
        <p:spPr/>
        <p:txBody>
          <a:bodyPr/>
          <a:lstStyle/>
          <a:p>
            <a:pPr marL="0" indent="0">
              <a:buNone/>
            </a:pPr>
            <a:r>
              <a:rPr lang="da-DK" b="0" i="0" u="none" strike="noStrike" dirty="0">
                <a:solidFill>
                  <a:srgbClr val="000000"/>
                </a:solidFill>
                <a:effectLst/>
              </a:rPr>
              <a:t>Du er i gang med at lave en præsentation, et brief eller måske noget helt andet. </a:t>
            </a:r>
          </a:p>
          <a:p>
            <a:pPr marL="0" indent="0">
              <a:buNone/>
            </a:pPr>
            <a:r>
              <a:rPr lang="da-DK" b="0" i="0" u="none" strike="noStrike" dirty="0">
                <a:solidFill>
                  <a:srgbClr val="000000"/>
                </a:solidFill>
                <a:effectLst/>
              </a:rPr>
              <a:t>Hos </a:t>
            </a:r>
            <a:r>
              <a:rPr lang="da-DK" b="0" i="0" u="none" strike="noStrike" dirty="0" err="1">
                <a:solidFill>
                  <a:srgbClr val="000000"/>
                </a:solidFill>
                <a:effectLst/>
              </a:rPr>
              <a:t>Clever</a:t>
            </a:r>
            <a:r>
              <a:rPr lang="da-DK" b="0" i="0" u="none" strike="noStrike" dirty="0">
                <a:solidFill>
                  <a:srgbClr val="000000"/>
                </a:solidFill>
                <a:effectLst/>
              </a:rPr>
              <a:t> passer vi godt på vores brand, og derfor er det vigtigt, at du gennemgår de næste sider med brugerguides. For at gøre det nemmere for dig, har vi lavet </a:t>
            </a:r>
            <a:r>
              <a:rPr lang="da-DK" b="0" i="0" u="none" strike="noStrike" dirty="0" err="1">
                <a:solidFill>
                  <a:srgbClr val="000000"/>
                </a:solidFill>
                <a:effectLst/>
              </a:rPr>
              <a:t>pre</a:t>
            </a:r>
            <a:r>
              <a:rPr lang="da-DK" b="0" i="0" u="none" strike="noStrike" dirty="0">
                <a:solidFill>
                  <a:srgbClr val="000000"/>
                </a:solidFill>
                <a:effectLst/>
              </a:rPr>
              <a:t>-layoutede slides, som du kan tage udgangspunkt i og tilpasse. Du har også mulighed for at lave dine egne slides ved at vælge ‘ny slide’ – husk blot at følge retningslinjerne og bruge det fastlagte </a:t>
            </a:r>
            <a:r>
              <a:rPr lang="da-DK" b="0" i="0" u="none" strike="noStrike" dirty="0" err="1">
                <a:solidFill>
                  <a:srgbClr val="000000"/>
                </a:solidFill>
                <a:effectLst/>
              </a:rPr>
              <a:t>grid</a:t>
            </a:r>
            <a:r>
              <a:rPr lang="da-DK" b="0" i="0" u="none" strike="noStrike" dirty="0">
                <a:solidFill>
                  <a:srgbClr val="000000"/>
                </a:solidFill>
                <a:effectLst/>
              </a:rPr>
              <a:t>.</a:t>
            </a:r>
          </a:p>
          <a:p>
            <a:pPr marL="0" indent="0">
              <a:buNone/>
            </a:pPr>
            <a:endParaRPr lang="da-DK" b="0" i="0" u="none" strike="noStrike" dirty="0">
              <a:solidFill>
                <a:srgbClr val="000000"/>
              </a:solidFill>
              <a:effectLst/>
            </a:endParaRPr>
          </a:p>
          <a:p>
            <a:pPr marL="0" indent="0">
              <a:buNone/>
            </a:pPr>
            <a:r>
              <a:rPr lang="da-DK" b="0" i="0" u="none" strike="noStrike" dirty="0">
                <a:solidFill>
                  <a:srgbClr val="000000"/>
                </a:solidFill>
                <a:effectLst/>
              </a:rPr>
              <a:t>Rigtig god arbejdslyst!</a:t>
            </a:r>
          </a:p>
        </p:txBody>
      </p:sp>
      <p:sp>
        <p:nvSpPr>
          <p:cNvPr id="5" name="Pladsholder til dato 4">
            <a:extLst>
              <a:ext uri="{FF2B5EF4-FFF2-40B4-BE49-F238E27FC236}">
                <a16:creationId xmlns:a16="http://schemas.microsoft.com/office/drawing/2014/main" id="{313C4C6E-E7D6-403C-B75D-874EB6C4FE48}"/>
              </a:ext>
            </a:extLst>
          </p:cNvPr>
          <p:cNvSpPr>
            <a:spLocks noGrp="1"/>
          </p:cNvSpPr>
          <p:nvPr>
            <p:ph type="dt" sz="half" idx="15"/>
          </p:nvPr>
        </p:nvSpPr>
        <p:spPr/>
        <p:txBody>
          <a:bodyPr/>
          <a:lstStyle/>
          <a:p>
            <a:fld id="{727BBD34-DD59-49E1-9776-D67684F06344}" type="datetime4">
              <a:rPr lang="da-DK" smtClean="0"/>
              <a:pPr/>
              <a:t>26-09-23</a:t>
            </a:fld>
            <a:endParaRPr lang="da-DK" dirty="0"/>
          </a:p>
        </p:txBody>
      </p:sp>
      <p:sp>
        <p:nvSpPr>
          <p:cNvPr id="6" name="Pladsholder til sidefod 5">
            <a:extLst>
              <a:ext uri="{FF2B5EF4-FFF2-40B4-BE49-F238E27FC236}">
                <a16:creationId xmlns:a16="http://schemas.microsoft.com/office/drawing/2014/main" id="{54DF7BD5-72AF-BA43-6E49-E13CB7D4A458}"/>
              </a:ext>
            </a:extLst>
          </p:cNvPr>
          <p:cNvSpPr>
            <a:spLocks noGrp="1"/>
          </p:cNvSpPr>
          <p:nvPr>
            <p:ph type="ftr" sz="quarter" idx="16"/>
          </p:nvPr>
        </p:nvSpPr>
        <p:spPr/>
        <p:txBody>
          <a:bodyPr/>
          <a:lstStyle/>
          <a:p>
            <a:endParaRPr lang="da-DK" dirty="0"/>
          </a:p>
        </p:txBody>
      </p:sp>
      <p:sp>
        <p:nvSpPr>
          <p:cNvPr id="7" name="Pladsholder til slidenummer 6">
            <a:extLst>
              <a:ext uri="{FF2B5EF4-FFF2-40B4-BE49-F238E27FC236}">
                <a16:creationId xmlns:a16="http://schemas.microsoft.com/office/drawing/2014/main" id="{93F06B33-AA09-AF59-8556-1F703EBE7E91}"/>
              </a:ext>
            </a:extLst>
          </p:cNvPr>
          <p:cNvSpPr>
            <a:spLocks noGrp="1"/>
          </p:cNvSpPr>
          <p:nvPr>
            <p:ph type="sldNum" sz="quarter" idx="17"/>
          </p:nvPr>
        </p:nvSpPr>
        <p:spPr/>
        <p:txBody>
          <a:bodyPr/>
          <a:lstStyle/>
          <a:p>
            <a:fld id="{23AA811B-2EBD-4900-905E-5BE206449611}" type="slidenum">
              <a:rPr lang="da-DK" smtClean="0"/>
              <a:pPr/>
              <a:t>2</a:t>
            </a:fld>
            <a:endParaRPr lang="da-DK" dirty="0"/>
          </a:p>
        </p:txBody>
      </p:sp>
      <p:pic>
        <p:nvPicPr>
          <p:cNvPr id="11" name="Pladsholder til billede 10" descr="Et billede, der indeholder sky, Ansigt, person, tøj&#10;&#10;Indhold genereret af kunstig intelligens kan være forkert.">
            <a:extLst>
              <a:ext uri="{FF2B5EF4-FFF2-40B4-BE49-F238E27FC236}">
                <a16:creationId xmlns:a16="http://schemas.microsoft.com/office/drawing/2014/main" id="{DEF4472F-D178-7C15-8380-9C19BC4C2EC4}"/>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a:fillRect/>
          </a:stretch>
        </p:blipFill>
        <p:spPr>
          <a:xfrm>
            <a:off x="6176963" y="395288"/>
            <a:ext cx="5618162" cy="5773737"/>
          </a:xfrm>
        </p:spPr>
      </p:pic>
    </p:spTree>
    <p:extLst>
      <p:ext uri="{BB962C8B-B14F-4D97-AF65-F5344CB8AC3E}">
        <p14:creationId xmlns:p14="http://schemas.microsoft.com/office/powerpoint/2010/main" val="1851324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DDD71B-6E91-BEE9-8ACE-C0E4FE6AC14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4C504BB-A230-EBC8-5604-61771A86B6BE}"/>
              </a:ext>
            </a:extLst>
          </p:cNvPr>
          <p:cNvSpPr>
            <a:spLocks noGrp="1"/>
          </p:cNvSpPr>
          <p:nvPr>
            <p:ph type="dt" sz="half" idx="15"/>
          </p:nvPr>
        </p:nvSpPr>
        <p:spPr/>
        <p:txBody>
          <a:bodyPr/>
          <a:lstStyle/>
          <a:p>
            <a:fld id="{1D736BE2-FA01-468E-9EB3-D707920AA64D}" type="datetime4">
              <a:rPr lang="da-DK" smtClean="0"/>
              <a:t>26-09-23</a:t>
            </a:fld>
            <a:endParaRPr lang="da-DK" dirty="0"/>
          </a:p>
        </p:txBody>
      </p:sp>
      <p:sp>
        <p:nvSpPr>
          <p:cNvPr id="3" name="Footer Placeholder 2">
            <a:extLst>
              <a:ext uri="{FF2B5EF4-FFF2-40B4-BE49-F238E27FC236}">
                <a16:creationId xmlns:a16="http://schemas.microsoft.com/office/drawing/2014/main" id="{6F39AF82-BFFC-57DC-30BF-52F63EC09716}"/>
              </a:ext>
            </a:extLst>
          </p:cNvPr>
          <p:cNvSpPr>
            <a:spLocks noGrp="1"/>
          </p:cNvSpPr>
          <p:nvPr>
            <p:ph type="ftr" sz="quarter" idx="16"/>
          </p:nvPr>
        </p:nvSpPr>
        <p:spPr/>
        <p:txBody>
          <a:bodyPr/>
          <a:lstStyle/>
          <a:p>
            <a:endParaRPr lang="da-DK" dirty="0"/>
          </a:p>
        </p:txBody>
      </p:sp>
      <p:sp>
        <p:nvSpPr>
          <p:cNvPr id="4" name="Slide Number Placeholder 3">
            <a:extLst>
              <a:ext uri="{FF2B5EF4-FFF2-40B4-BE49-F238E27FC236}">
                <a16:creationId xmlns:a16="http://schemas.microsoft.com/office/drawing/2014/main" id="{384BD290-9B10-489B-80C0-406547BFFE4F}"/>
              </a:ext>
            </a:extLst>
          </p:cNvPr>
          <p:cNvSpPr>
            <a:spLocks noGrp="1"/>
          </p:cNvSpPr>
          <p:nvPr>
            <p:ph type="sldNum" sz="quarter" idx="17"/>
          </p:nvPr>
        </p:nvSpPr>
        <p:spPr/>
        <p:txBody>
          <a:bodyPr/>
          <a:lstStyle/>
          <a:p>
            <a:fld id="{23AA811B-2EBD-4900-905E-5BE206449611}" type="slidenum">
              <a:rPr lang="da-DK" smtClean="0"/>
              <a:pPr/>
              <a:t>3</a:t>
            </a:fld>
            <a:endParaRPr lang="da-DK" dirty="0"/>
          </a:p>
        </p:txBody>
      </p:sp>
    </p:spTree>
    <p:extLst>
      <p:ext uri="{BB962C8B-B14F-4D97-AF65-F5344CB8AC3E}">
        <p14:creationId xmlns:p14="http://schemas.microsoft.com/office/powerpoint/2010/main" val="3178436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BE0F232D-68D8-DC62-19B1-FF063B5AC3B1}"/>
              </a:ext>
            </a:extLst>
          </p:cNvPr>
          <p:cNvSpPr>
            <a:spLocks noGrp="1"/>
          </p:cNvSpPr>
          <p:nvPr>
            <p:ph type="dt" sz="half" idx="15"/>
          </p:nvPr>
        </p:nvSpPr>
        <p:spPr/>
        <p:txBody>
          <a:bodyPr/>
          <a:lstStyle/>
          <a:p>
            <a:fld id="{1D736BE2-FA01-468E-9EB3-D707920AA64D}" type="datetime4">
              <a:rPr lang="da-DK" smtClean="0"/>
              <a:t>26-09-23</a:t>
            </a:fld>
            <a:endParaRPr lang="da-DK" dirty="0"/>
          </a:p>
        </p:txBody>
      </p:sp>
      <p:sp>
        <p:nvSpPr>
          <p:cNvPr id="3" name="Pladsholder til sidefod 2">
            <a:extLst>
              <a:ext uri="{FF2B5EF4-FFF2-40B4-BE49-F238E27FC236}">
                <a16:creationId xmlns:a16="http://schemas.microsoft.com/office/drawing/2014/main" id="{634E0F6C-F6E1-1FB0-5960-173137E10055}"/>
              </a:ext>
            </a:extLst>
          </p:cNvPr>
          <p:cNvSpPr>
            <a:spLocks noGrp="1"/>
          </p:cNvSpPr>
          <p:nvPr>
            <p:ph type="ftr" sz="quarter" idx="16"/>
          </p:nvPr>
        </p:nvSpPr>
        <p:spPr/>
        <p:txBody>
          <a:bodyPr/>
          <a:lstStyle/>
          <a:p>
            <a:endParaRPr lang="da-DK" dirty="0"/>
          </a:p>
        </p:txBody>
      </p:sp>
      <p:sp>
        <p:nvSpPr>
          <p:cNvPr id="4" name="Pladsholder til slidenummer 3">
            <a:extLst>
              <a:ext uri="{FF2B5EF4-FFF2-40B4-BE49-F238E27FC236}">
                <a16:creationId xmlns:a16="http://schemas.microsoft.com/office/drawing/2014/main" id="{2839D39A-89AF-8268-ED09-10E0F52EF400}"/>
              </a:ext>
            </a:extLst>
          </p:cNvPr>
          <p:cNvSpPr>
            <a:spLocks noGrp="1"/>
          </p:cNvSpPr>
          <p:nvPr>
            <p:ph type="sldNum" sz="quarter" idx="17"/>
          </p:nvPr>
        </p:nvSpPr>
        <p:spPr/>
        <p:txBody>
          <a:bodyPr/>
          <a:lstStyle/>
          <a:p>
            <a:fld id="{23AA811B-2EBD-4900-905E-5BE206449611}" type="slidenum">
              <a:rPr lang="da-DK" smtClean="0"/>
              <a:pPr/>
              <a:t>4</a:t>
            </a:fld>
            <a:endParaRPr lang="da-DK" dirty="0"/>
          </a:p>
        </p:txBody>
      </p:sp>
    </p:spTree>
    <p:extLst>
      <p:ext uri="{BB962C8B-B14F-4D97-AF65-F5344CB8AC3E}">
        <p14:creationId xmlns:p14="http://schemas.microsoft.com/office/powerpoint/2010/main" val="1052273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ladsholder til billede 8" descr="Et billede, der indeholder udendørs, sky, træ, plante&#10;&#10;Indhold genereret af kunstig intelligens kan være forkert.">
            <a:extLst>
              <a:ext uri="{FF2B5EF4-FFF2-40B4-BE49-F238E27FC236}">
                <a16:creationId xmlns:a16="http://schemas.microsoft.com/office/drawing/2014/main" id="{2DE3CF58-E7AD-3899-74DF-4BD1994BC6E7}"/>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6176962" y="395307"/>
            <a:ext cx="5618163" cy="5773699"/>
          </a:xfrm>
          <a:noFill/>
        </p:spPr>
      </p:pic>
      <p:sp>
        <p:nvSpPr>
          <p:cNvPr id="3" name="Title 2">
            <a:extLst>
              <a:ext uri="{FF2B5EF4-FFF2-40B4-BE49-F238E27FC236}">
                <a16:creationId xmlns:a16="http://schemas.microsoft.com/office/drawing/2014/main" id="{B46AF4D1-9B85-E5BF-17B4-78A05EBAA501}"/>
              </a:ext>
            </a:extLst>
          </p:cNvPr>
          <p:cNvSpPr>
            <a:spLocks noGrp="1"/>
          </p:cNvSpPr>
          <p:nvPr>
            <p:ph type="ctrTitle"/>
          </p:nvPr>
        </p:nvSpPr>
        <p:spPr>
          <a:xfrm>
            <a:off x="395288" y="395288"/>
            <a:ext cx="4656137" cy="682466"/>
          </a:xfrm>
        </p:spPr>
        <p:txBody>
          <a:bodyPr anchor="t">
            <a:normAutofit/>
          </a:bodyPr>
          <a:lstStyle/>
          <a:p>
            <a:r>
              <a:rPr lang="da-DK" dirty="0"/>
              <a:t>Velkommen til</a:t>
            </a:r>
          </a:p>
        </p:txBody>
      </p:sp>
      <p:sp>
        <p:nvSpPr>
          <p:cNvPr id="4" name="Subtitle 3">
            <a:extLst>
              <a:ext uri="{FF2B5EF4-FFF2-40B4-BE49-F238E27FC236}">
                <a16:creationId xmlns:a16="http://schemas.microsoft.com/office/drawing/2014/main" id="{D833A65A-DBE8-CE29-1AF8-3D1A41F31AE0}"/>
              </a:ext>
            </a:extLst>
          </p:cNvPr>
          <p:cNvSpPr>
            <a:spLocks noGrp="1"/>
          </p:cNvSpPr>
          <p:nvPr>
            <p:ph type="subTitle" idx="1"/>
          </p:nvPr>
        </p:nvSpPr>
        <p:spPr>
          <a:xfrm>
            <a:off x="395288" y="1077754"/>
            <a:ext cx="4656137" cy="682466"/>
          </a:xfrm>
        </p:spPr>
        <p:txBody>
          <a:bodyPr>
            <a:normAutofit/>
          </a:bodyPr>
          <a:lstStyle/>
          <a:p>
            <a:pPr>
              <a:lnSpc>
                <a:spcPct val="90000"/>
              </a:lnSpc>
            </a:pPr>
            <a:r>
              <a:rPr lang="da-DK" dirty="0"/>
              <a:t>Friheden</a:t>
            </a:r>
          </a:p>
        </p:txBody>
      </p:sp>
      <p:sp>
        <p:nvSpPr>
          <p:cNvPr id="5" name="Date Placeholder 6" hidden="1">
            <a:extLst>
              <a:ext uri="{FF2B5EF4-FFF2-40B4-BE49-F238E27FC236}">
                <a16:creationId xmlns:a16="http://schemas.microsoft.com/office/drawing/2014/main" id="{F44BF0E7-42DC-AA2D-FA3B-83C73D72C119}"/>
              </a:ext>
            </a:extLst>
          </p:cNvPr>
          <p:cNvSpPr>
            <a:spLocks noGrp="1"/>
          </p:cNvSpPr>
          <p:nvPr>
            <p:ph type="dt" sz="half" idx="4294967295"/>
          </p:nvPr>
        </p:nvSpPr>
        <p:spPr>
          <a:xfrm>
            <a:off x="11046620" y="6463506"/>
            <a:ext cx="748506" cy="136869"/>
          </a:xfrm>
          <a:effectLst/>
        </p:spPr>
        <p:txBody>
          <a:bodyPr vert="horz" wrap="square" anchor="b">
            <a:noAutofit/>
          </a:bodyPr>
          <a:lstStyle>
            <a:lvl1pPr algn="r">
              <a:defRPr sz="800" b="0" i="0" u="none" strike="noStrike" baseline="0">
                <a:solidFill>
                  <a:schemeClr val="bg2"/>
                </a:solidFill>
                <a:latin typeface="Clever Sans OFFC" pitchFamily="34" charset="0"/>
              </a:defRPr>
            </a:lvl1pPr>
          </a:lstStyle>
          <a:p>
            <a:pPr>
              <a:spcAft>
                <a:spcPts val="600"/>
              </a:spcAft>
            </a:pPr>
            <a:fld id="{31C32AA7-4D32-46CB-ABB0-3FCE5FA44E81}" type="datetime1">
              <a:rPr lang="da-DK" smtClean="0"/>
              <a:pPr>
                <a:spcAft>
                  <a:spcPts val="600"/>
                </a:spcAft>
              </a:pPr>
              <a:t>23.09.2026</a:t>
            </a:fld>
            <a:endParaRPr lang="da-DK"/>
          </a:p>
        </p:txBody>
      </p:sp>
    </p:spTree>
    <p:extLst>
      <p:ext uri="{BB962C8B-B14F-4D97-AF65-F5344CB8AC3E}">
        <p14:creationId xmlns:p14="http://schemas.microsoft.com/office/powerpoint/2010/main" val="546588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5B3C2-99F0-C137-AC21-029493A9FAE0}"/>
            </a:ext>
          </a:extLst>
        </p:cNvPr>
        <p:cNvGrpSpPr/>
        <p:nvPr/>
      </p:nvGrpSpPr>
      <p:grpSpPr>
        <a:xfrm>
          <a:off x="0" y="0"/>
          <a:ext cx="0" cy="0"/>
          <a:chOff x="0" y="0"/>
          <a:chExt cx="0" cy="0"/>
        </a:xfrm>
      </p:grpSpPr>
      <p:pic>
        <p:nvPicPr>
          <p:cNvPr id="9" name="Pladsholder til billede 8" descr="Et billede, der indeholder sky, køretøj, udendørs, Landkøretøj&#10;&#10;Indhold genereret af kunstig intelligens kan være forkert.">
            <a:extLst>
              <a:ext uri="{FF2B5EF4-FFF2-40B4-BE49-F238E27FC236}">
                <a16:creationId xmlns:a16="http://schemas.microsoft.com/office/drawing/2014/main" id="{B65E94ED-51DB-FF59-56E8-1136EA815A9E}"/>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0" y="0"/>
            <a:ext cx="12192000" cy="6858000"/>
          </a:xfrm>
        </p:spPr>
      </p:pic>
      <p:sp>
        <p:nvSpPr>
          <p:cNvPr id="3" name="Pladsholder til dato 2">
            <a:extLst>
              <a:ext uri="{FF2B5EF4-FFF2-40B4-BE49-F238E27FC236}">
                <a16:creationId xmlns:a16="http://schemas.microsoft.com/office/drawing/2014/main" id="{FB521A21-D67B-AD0C-6BFC-1D4D40153F62}"/>
              </a:ext>
            </a:extLst>
          </p:cNvPr>
          <p:cNvSpPr>
            <a:spLocks noGrp="1"/>
          </p:cNvSpPr>
          <p:nvPr>
            <p:ph type="dt" sz="half" idx="15"/>
          </p:nvPr>
        </p:nvSpPr>
        <p:spPr/>
        <p:txBody>
          <a:bodyPr wrap="square" anchor="b">
            <a:normAutofit/>
          </a:bodyPr>
          <a:lstStyle/>
          <a:p>
            <a:pPr>
              <a:spcAft>
                <a:spcPts val="600"/>
              </a:spcAft>
            </a:pPr>
            <a:fld id="{31C32AA7-4D32-46CB-ABB0-3FCE5FA44E81}" type="datetime1">
              <a:rPr lang="da-DK" smtClean="0"/>
              <a:pPr>
                <a:spcAft>
                  <a:spcPts val="600"/>
                </a:spcAft>
              </a:pPr>
              <a:t>23.09.2026</a:t>
            </a:fld>
            <a:endParaRPr lang="da-DK"/>
          </a:p>
        </p:txBody>
      </p:sp>
      <p:sp>
        <p:nvSpPr>
          <p:cNvPr id="5" name="Pladsholder til slidenummer 4">
            <a:extLst>
              <a:ext uri="{FF2B5EF4-FFF2-40B4-BE49-F238E27FC236}">
                <a16:creationId xmlns:a16="http://schemas.microsoft.com/office/drawing/2014/main" id="{F65A2188-2352-FB7D-C9A9-7CDAFB0F439A}"/>
              </a:ext>
            </a:extLst>
          </p:cNvPr>
          <p:cNvSpPr>
            <a:spLocks noGrp="1"/>
          </p:cNvSpPr>
          <p:nvPr>
            <p:ph type="sldNum" sz="quarter" idx="17"/>
          </p:nvPr>
        </p:nvSpPr>
        <p:spPr/>
        <p:txBody>
          <a:bodyPr/>
          <a:lstStyle/>
          <a:p>
            <a:pPr>
              <a:spcAft>
                <a:spcPts val="600"/>
              </a:spcAft>
            </a:pPr>
            <a:fld id="{23AA811B-2EBD-4900-905E-5BE206449611}" type="slidenum">
              <a:rPr lang="da-DK" smtClean="0"/>
              <a:pPr>
                <a:spcAft>
                  <a:spcPts val="600"/>
                </a:spcAft>
              </a:pPr>
              <a:t>6</a:t>
            </a:fld>
            <a:endParaRPr lang="da-DK"/>
          </a:p>
        </p:txBody>
      </p:sp>
      <p:sp>
        <p:nvSpPr>
          <p:cNvPr id="6" name="Titel 5">
            <a:extLst>
              <a:ext uri="{FF2B5EF4-FFF2-40B4-BE49-F238E27FC236}">
                <a16:creationId xmlns:a16="http://schemas.microsoft.com/office/drawing/2014/main" id="{08D1D63A-4682-7625-C33E-73345D8846D3}"/>
              </a:ext>
            </a:extLst>
          </p:cNvPr>
          <p:cNvSpPr>
            <a:spLocks noGrp="1"/>
          </p:cNvSpPr>
          <p:nvPr>
            <p:ph type="ctrTitle"/>
          </p:nvPr>
        </p:nvSpPr>
        <p:spPr/>
        <p:txBody>
          <a:bodyPr anchor="t">
            <a:normAutofit/>
          </a:bodyPr>
          <a:lstStyle/>
          <a:p>
            <a:r>
              <a:rPr lang="da-DK" dirty="0"/>
              <a:t>Velkommen til</a:t>
            </a:r>
          </a:p>
        </p:txBody>
      </p:sp>
      <p:sp>
        <p:nvSpPr>
          <p:cNvPr id="7" name="Undertitel 6">
            <a:extLst>
              <a:ext uri="{FF2B5EF4-FFF2-40B4-BE49-F238E27FC236}">
                <a16:creationId xmlns:a16="http://schemas.microsoft.com/office/drawing/2014/main" id="{714ED2F4-2F92-BFE5-E066-160205E63CAD}"/>
              </a:ext>
            </a:extLst>
          </p:cNvPr>
          <p:cNvSpPr>
            <a:spLocks noGrp="1"/>
          </p:cNvSpPr>
          <p:nvPr>
            <p:ph type="subTitle" idx="1"/>
          </p:nvPr>
        </p:nvSpPr>
        <p:spPr/>
        <p:txBody>
          <a:bodyPr>
            <a:normAutofit/>
          </a:bodyPr>
          <a:lstStyle/>
          <a:p>
            <a:pPr>
              <a:lnSpc>
                <a:spcPct val="90000"/>
              </a:lnSpc>
            </a:pPr>
            <a:r>
              <a:rPr lang="da-DK" dirty="0"/>
              <a:t>Friheden</a:t>
            </a:r>
          </a:p>
        </p:txBody>
      </p:sp>
    </p:spTree>
    <p:extLst>
      <p:ext uri="{BB962C8B-B14F-4D97-AF65-F5344CB8AC3E}">
        <p14:creationId xmlns:p14="http://schemas.microsoft.com/office/powerpoint/2010/main" val="2844870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5F022-9081-9158-B2E5-882206DC6496}"/>
            </a:ext>
          </a:extLst>
        </p:cNvPr>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0507FF9A-1ECA-A0C9-C26A-B0117E45ABAA}"/>
              </a:ext>
            </a:extLst>
          </p:cNvPr>
          <p:cNvSpPr>
            <a:spLocks noGrp="1"/>
          </p:cNvSpPr>
          <p:nvPr>
            <p:ph type="dt" sz="half" idx="15"/>
          </p:nvPr>
        </p:nvSpPr>
        <p:spPr/>
        <p:txBody>
          <a:bodyPr/>
          <a:lstStyle/>
          <a:p>
            <a:fld id="{AF2D4953-22BD-466C-BB4A-A5C7281C47AE}" type="datetime4">
              <a:rPr lang="da-DK" smtClean="0"/>
              <a:t>26-09-23</a:t>
            </a:fld>
            <a:endParaRPr lang="da-DK" dirty="0"/>
          </a:p>
        </p:txBody>
      </p:sp>
      <p:sp>
        <p:nvSpPr>
          <p:cNvPr id="3" name="Pladsholder til sidefod 2">
            <a:extLst>
              <a:ext uri="{FF2B5EF4-FFF2-40B4-BE49-F238E27FC236}">
                <a16:creationId xmlns:a16="http://schemas.microsoft.com/office/drawing/2014/main" id="{4A39EF44-9011-E273-442E-8B52DA6DB459}"/>
              </a:ext>
            </a:extLst>
          </p:cNvPr>
          <p:cNvSpPr>
            <a:spLocks noGrp="1"/>
          </p:cNvSpPr>
          <p:nvPr>
            <p:ph type="ftr" sz="quarter" idx="16"/>
          </p:nvPr>
        </p:nvSpPr>
        <p:spPr/>
        <p:txBody>
          <a:bodyPr/>
          <a:lstStyle/>
          <a:p>
            <a:endParaRPr lang="da-DK" dirty="0"/>
          </a:p>
        </p:txBody>
      </p:sp>
      <p:sp>
        <p:nvSpPr>
          <p:cNvPr id="4" name="Pladsholder til tekst 3">
            <a:extLst>
              <a:ext uri="{FF2B5EF4-FFF2-40B4-BE49-F238E27FC236}">
                <a16:creationId xmlns:a16="http://schemas.microsoft.com/office/drawing/2014/main" id="{201F7056-4E85-C5E4-E873-C2CEDDA023B3}"/>
              </a:ext>
            </a:extLst>
          </p:cNvPr>
          <p:cNvSpPr>
            <a:spLocks noGrp="1"/>
          </p:cNvSpPr>
          <p:nvPr>
            <p:ph type="body" sz="quarter" idx="13"/>
          </p:nvPr>
        </p:nvSpPr>
        <p:spPr/>
        <p:txBody>
          <a:bodyPr/>
          <a:lstStyle/>
          <a:p>
            <a:r>
              <a:rPr lang="da-DK" dirty="0"/>
              <a:t>Introduktion</a:t>
            </a:r>
          </a:p>
          <a:p>
            <a:r>
              <a:rPr lang="da-DK" dirty="0"/>
              <a:t>Baggrund</a:t>
            </a:r>
          </a:p>
          <a:p>
            <a:r>
              <a:rPr lang="da-DK" dirty="0"/>
              <a:t>Overblik</a:t>
            </a:r>
          </a:p>
          <a:p>
            <a:r>
              <a:rPr lang="da-DK" dirty="0"/>
              <a:t>Udfordringer</a:t>
            </a:r>
          </a:p>
          <a:p>
            <a:r>
              <a:rPr lang="da-DK" dirty="0"/>
              <a:t>Anbefalinger</a:t>
            </a:r>
          </a:p>
          <a:p>
            <a:r>
              <a:rPr lang="da-DK" dirty="0"/>
              <a:t>Næste skridt</a:t>
            </a:r>
          </a:p>
          <a:p>
            <a:r>
              <a:rPr lang="da-DK" dirty="0"/>
              <a:t>Tak for i dag</a:t>
            </a:r>
          </a:p>
        </p:txBody>
      </p:sp>
      <p:pic>
        <p:nvPicPr>
          <p:cNvPr id="16" name="Pladsholder til billede 15" descr="Et billede, der indeholder bygning, udendørs, tøj, fodtøj&#10;&#10;Indhold genereret af kunstig intelligens kan være forkert.">
            <a:extLst>
              <a:ext uri="{FF2B5EF4-FFF2-40B4-BE49-F238E27FC236}">
                <a16:creationId xmlns:a16="http://schemas.microsoft.com/office/drawing/2014/main" id="{11906016-4B7B-4730-1907-A1A93CFD2816}"/>
              </a:ext>
            </a:extLst>
          </p:cNvPr>
          <p:cNvPicPr>
            <a:picLocks noGrp="1" noChangeAspect="1"/>
          </p:cNvPicPr>
          <p:nvPr>
            <p:ph type="pic" sz="quarter" idx="18"/>
          </p:nvPr>
        </p:nvPicPr>
        <p:blipFill>
          <a:blip r:embed="rId2" cstate="screen">
            <a:extLst>
              <a:ext uri="{28A0092B-C50C-407E-A947-70E740481C1C}">
                <a14:useLocalDpi xmlns:a14="http://schemas.microsoft.com/office/drawing/2010/main"/>
              </a:ext>
            </a:extLst>
          </a:blip>
          <a:srcRect/>
          <a:stretch/>
        </p:blipFill>
        <p:spPr>
          <a:xfrm>
            <a:off x="6176962" y="395288"/>
            <a:ext cx="5618163" cy="5773738"/>
          </a:xfrm>
        </p:spPr>
      </p:pic>
      <p:sp>
        <p:nvSpPr>
          <p:cNvPr id="6" name="Pladsholder til slidenummer 5">
            <a:extLst>
              <a:ext uri="{FF2B5EF4-FFF2-40B4-BE49-F238E27FC236}">
                <a16:creationId xmlns:a16="http://schemas.microsoft.com/office/drawing/2014/main" id="{D7E98A3C-DBDD-7FCE-009B-029BE957BB8C}"/>
              </a:ext>
            </a:extLst>
          </p:cNvPr>
          <p:cNvSpPr>
            <a:spLocks noGrp="1"/>
          </p:cNvSpPr>
          <p:nvPr>
            <p:ph type="sldNum" sz="quarter" idx="19"/>
          </p:nvPr>
        </p:nvSpPr>
        <p:spPr/>
        <p:txBody>
          <a:bodyPr/>
          <a:lstStyle/>
          <a:p>
            <a:fld id="{23AA811B-2EBD-4900-905E-5BE206449611}" type="slidenum">
              <a:rPr lang="da-DK" smtClean="0"/>
              <a:pPr/>
              <a:t>7</a:t>
            </a:fld>
            <a:endParaRPr lang="da-DK" dirty="0"/>
          </a:p>
        </p:txBody>
      </p:sp>
      <p:sp>
        <p:nvSpPr>
          <p:cNvPr id="5" name="Pladsholder til tekst 4">
            <a:extLst>
              <a:ext uri="{FF2B5EF4-FFF2-40B4-BE49-F238E27FC236}">
                <a16:creationId xmlns:a16="http://schemas.microsoft.com/office/drawing/2014/main" id="{1971BB2E-E519-F2D2-22BE-59A8714385D2}"/>
              </a:ext>
            </a:extLst>
          </p:cNvPr>
          <p:cNvSpPr>
            <a:spLocks noGrp="1"/>
          </p:cNvSpPr>
          <p:nvPr>
            <p:ph type="body" sz="quarter" idx="20"/>
          </p:nvPr>
        </p:nvSpPr>
        <p:spPr/>
        <p:txBody>
          <a:bodyPr/>
          <a:lstStyle/>
          <a:p>
            <a:pPr algn="l"/>
            <a:r>
              <a:rPr lang="da-DK" dirty="0"/>
              <a:t>01</a:t>
            </a:r>
          </a:p>
          <a:p>
            <a:pPr algn="l"/>
            <a:r>
              <a:rPr lang="da-DK" dirty="0"/>
              <a:t>02</a:t>
            </a:r>
          </a:p>
          <a:p>
            <a:pPr algn="l"/>
            <a:r>
              <a:rPr lang="da-DK" dirty="0"/>
              <a:t>03</a:t>
            </a:r>
          </a:p>
          <a:p>
            <a:pPr algn="l"/>
            <a:r>
              <a:rPr lang="da-DK" dirty="0"/>
              <a:t>04</a:t>
            </a:r>
          </a:p>
          <a:p>
            <a:pPr algn="l"/>
            <a:r>
              <a:rPr lang="da-DK" dirty="0"/>
              <a:t>05</a:t>
            </a:r>
          </a:p>
          <a:p>
            <a:pPr algn="l"/>
            <a:r>
              <a:rPr lang="da-DK" dirty="0"/>
              <a:t>06</a:t>
            </a:r>
          </a:p>
          <a:p>
            <a:pPr algn="l"/>
            <a:r>
              <a:rPr lang="da-DK" dirty="0"/>
              <a:t>07</a:t>
            </a:r>
          </a:p>
        </p:txBody>
      </p:sp>
    </p:spTree>
    <p:extLst>
      <p:ext uri="{BB962C8B-B14F-4D97-AF65-F5344CB8AC3E}">
        <p14:creationId xmlns:p14="http://schemas.microsoft.com/office/powerpoint/2010/main" val="2299869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7239E-8F2E-3712-7AC7-67D8048E3D46}"/>
            </a:ext>
          </a:extLst>
        </p:cNvPr>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EC7726F0-3FA7-7D8C-BFDE-74C5AA2C6A0A}"/>
              </a:ext>
            </a:extLst>
          </p:cNvPr>
          <p:cNvSpPr>
            <a:spLocks noGrp="1"/>
          </p:cNvSpPr>
          <p:nvPr>
            <p:ph type="dt" sz="half" idx="15"/>
          </p:nvPr>
        </p:nvSpPr>
        <p:spPr/>
        <p:txBody>
          <a:bodyPr/>
          <a:lstStyle/>
          <a:p>
            <a:fld id="{AF2D4953-22BD-466C-BB4A-A5C7281C47AE}" type="datetime4">
              <a:rPr lang="da-DK" smtClean="0"/>
              <a:t>26-09-23</a:t>
            </a:fld>
            <a:endParaRPr lang="da-DK" dirty="0"/>
          </a:p>
        </p:txBody>
      </p:sp>
      <p:sp>
        <p:nvSpPr>
          <p:cNvPr id="3" name="Pladsholder til sidefod 2">
            <a:extLst>
              <a:ext uri="{FF2B5EF4-FFF2-40B4-BE49-F238E27FC236}">
                <a16:creationId xmlns:a16="http://schemas.microsoft.com/office/drawing/2014/main" id="{5876FC24-1D04-E9D6-DF51-CF959F5A8AA1}"/>
              </a:ext>
            </a:extLst>
          </p:cNvPr>
          <p:cNvSpPr>
            <a:spLocks noGrp="1"/>
          </p:cNvSpPr>
          <p:nvPr>
            <p:ph type="ftr" sz="quarter" idx="16"/>
          </p:nvPr>
        </p:nvSpPr>
        <p:spPr/>
        <p:txBody>
          <a:bodyPr/>
          <a:lstStyle/>
          <a:p>
            <a:endParaRPr lang="da-DK" dirty="0"/>
          </a:p>
        </p:txBody>
      </p:sp>
      <p:sp>
        <p:nvSpPr>
          <p:cNvPr id="4" name="Pladsholder til tekst 3">
            <a:extLst>
              <a:ext uri="{FF2B5EF4-FFF2-40B4-BE49-F238E27FC236}">
                <a16:creationId xmlns:a16="http://schemas.microsoft.com/office/drawing/2014/main" id="{26C3314B-31A7-882C-8D2C-DF2C9A937227}"/>
              </a:ext>
            </a:extLst>
          </p:cNvPr>
          <p:cNvSpPr>
            <a:spLocks noGrp="1"/>
          </p:cNvSpPr>
          <p:nvPr>
            <p:ph type="body" sz="quarter" idx="13"/>
          </p:nvPr>
        </p:nvSpPr>
        <p:spPr/>
        <p:txBody>
          <a:bodyPr/>
          <a:lstStyle/>
          <a:p>
            <a:r>
              <a:rPr lang="da-DK" dirty="0"/>
              <a:t>Introduktion</a:t>
            </a:r>
          </a:p>
          <a:p>
            <a:r>
              <a:rPr lang="da-DK" dirty="0"/>
              <a:t>Baggrund</a:t>
            </a:r>
          </a:p>
          <a:p>
            <a:r>
              <a:rPr lang="da-DK" dirty="0"/>
              <a:t>Overblik</a:t>
            </a:r>
          </a:p>
          <a:p>
            <a:r>
              <a:rPr lang="da-DK" dirty="0"/>
              <a:t>Udfordringer</a:t>
            </a:r>
          </a:p>
          <a:p>
            <a:r>
              <a:rPr lang="da-DK" dirty="0"/>
              <a:t>Anbefalinger</a:t>
            </a:r>
          </a:p>
        </p:txBody>
      </p:sp>
      <p:sp>
        <p:nvSpPr>
          <p:cNvPr id="5" name="Pladsholder til slidenummer 4">
            <a:extLst>
              <a:ext uri="{FF2B5EF4-FFF2-40B4-BE49-F238E27FC236}">
                <a16:creationId xmlns:a16="http://schemas.microsoft.com/office/drawing/2014/main" id="{689D7FE0-72FC-6193-DCE5-B9F594BD4071}"/>
              </a:ext>
            </a:extLst>
          </p:cNvPr>
          <p:cNvSpPr>
            <a:spLocks noGrp="1"/>
          </p:cNvSpPr>
          <p:nvPr>
            <p:ph type="sldNum" sz="quarter" idx="19"/>
          </p:nvPr>
        </p:nvSpPr>
        <p:spPr/>
        <p:txBody>
          <a:bodyPr/>
          <a:lstStyle/>
          <a:p>
            <a:fld id="{23AA811B-2EBD-4900-905E-5BE206449611}" type="slidenum">
              <a:rPr lang="da-DK" smtClean="0"/>
              <a:pPr/>
              <a:t>8</a:t>
            </a:fld>
            <a:endParaRPr lang="da-DK" dirty="0"/>
          </a:p>
        </p:txBody>
      </p:sp>
      <p:sp>
        <p:nvSpPr>
          <p:cNvPr id="6" name="Pladsholder til tekst 5">
            <a:extLst>
              <a:ext uri="{FF2B5EF4-FFF2-40B4-BE49-F238E27FC236}">
                <a16:creationId xmlns:a16="http://schemas.microsoft.com/office/drawing/2014/main" id="{52C38E2D-6DE7-3338-B4F0-4A0A97C06654}"/>
              </a:ext>
            </a:extLst>
          </p:cNvPr>
          <p:cNvSpPr>
            <a:spLocks noGrp="1"/>
          </p:cNvSpPr>
          <p:nvPr>
            <p:ph type="body" sz="quarter" idx="20"/>
          </p:nvPr>
        </p:nvSpPr>
        <p:spPr/>
        <p:txBody>
          <a:bodyPr/>
          <a:lstStyle/>
          <a:p>
            <a:r>
              <a:rPr lang="da-DK" dirty="0"/>
              <a:t>01</a:t>
            </a:r>
          </a:p>
          <a:p>
            <a:r>
              <a:rPr lang="da-DK" dirty="0"/>
              <a:t>02</a:t>
            </a:r>
          </a:p>
          <a:p>
            <a:r>
              <a:rPr lang="da-DK" dirty="0"/>
              <a:t>03</a:t>
            </a:r>
          </a:p>
          <a:p>
            <a:r>
              <a:rPr lang="da-DK" dirty="0"/>
              <a:t>04</a:t>
            </a:r>
          </a:p>
          <a:p>
            <a:r>
              <a:rPr lang="da-DK" dirty="0"/>
              <a:t>05</a:t>
            </a:r>
          </a:p>
        </p:txBody>
      </p:sp>
    </p:spTree>
    <p:extLst>
      <p:ext uri="{BB962C8B-B14F-4D97-AF65-F5344CB8AC3E}">
        <p14:creationId xmlns:p14="http://schemas.microsoft.com/office/powerpoint/2010/main" val="2352607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ladsholder til billede 17" descr="Et billede, der indeholder person, Ansigt, køretøj, kørsel&#10;&#10;Indhold genereret af kunstig intelligens kan være forkert.">
            <a:extLst>
              <a:ext uri="{FF2B5EF4-FFF2-40B4-BE49-F238E27FC236}">
                <a16:creationId xmlns:a16="http://schemas.microsoft.com/office/drawing/2014/main" id="{9220F3B9-877A-9A8C-10BE-F4EE593B53E8}"/>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0" y="0"/>
            <a:ext cx="12192000" cy="6858000"/>
          </a:xfrm>
        </p:spPr>
      </p:pic>
      <p:sp>
        <p:nvSpPr>
          <p:cNvPr id="3" name="Pladsholder til dato 2">
            <a:extLst>
              <a:ext uri="{FF2B5EF4-FFF2-40B4-BE49-F238E27FC236}">
                <a16:creationId xmlns:a16="http://schemas.microsoft.com/office/drawing/2014/main" id="{DAE1CE71-A9C9-70A9-5E3B-A18CB932110D}"/>
              </a:ext>
            </a:extLst>
          </p:cNvPr>
          <p:cNvSpPr>
            <a:spLocks noGrp="1"/>
          </p:cNvSpPr>
          <p:nvPr>
            <p:ph type="dt" sz="half" idx="15"/>
          </p:nvPr>
        </p:nvSpPr>
        <p:spPr/>
        <p:txBody>
          <a:bodyPr/>
          <a:lstStyle/>
          <a:p>
            <a:fld id="{1BDA8DE9-43A5-4CF3-9B56-E6119215D5B1}" type="datetime4">
              <a:rPr lang="da-DK" smtClean="0"/>
              <a:t>26-09-23</a:t>
            </a:fld>
            <a:endParaRPr lang="da-DK" dirty="0"/>
          </a:p>
        </p:txBody>
      </p:sp>
      <p:sp>
        <p:nvSpPr>
          <p:cNvPr id="4" name="Pladsholder til sidefod 3">
            <a:extLst>
              <a:ext uri="{FF2B5EF4-FFF2-40B4-BE49-F238E27FC236}">
                <a16:creationId xmlns:a16="http://schemas.microsoft.com/office/drawing/2014/main" id="{0D6F4DB7-B1DC-1934-0D30-F3655CA752EC}"/>
              </a:ext>
            </a:extLst>
          </p:cNvPr>
          <p:cNvSpPr>
            <a:spLocks noGrp="1"/>
          </p:cNvSpPr>
          <p:nvPr>
            <p:ph type="ftr" sz="quarter" idx="16"/>
          </p:nvPr>
        </p:nvSpPr>
        <p:spPr/>
        <p:txBody>
          <a:bodyPr/>
          <a:lstStyle/>
          <a:p>
            <a:endParaRPr lang="da-DK" dirty="0"/>
          </a:p>
        </p:txBody>
      </p:sp>
      <p:sp>
        <p:nvSpPr>
          <p:cNvPr id="5" name="Titel 4">
            <a:extLst>
              <a:ext uri="{FF2B5EF4-FFF2-40B4-BE49-F238E27FC236}">
                <a16:creationId xmlns:a16="http://schemas.microsoft.com/office/drawing/2014/main" id="{C966D6BE-2077-ABC7-AE39-F5A7F9220F86}"/>
              </a:ext>
            </a:extLst>
          </p:cNvPr>
          <p:cNvSpPr>
            <a:spLocks noGrp="1"/>
          </p:cNvSpPr>
          <p:nvPr>
            <p:ph type="ctrTitle"/>
          </p:nvPr>
        </p:nvSpPr>
        <p:spPr/>
        <p:txBody>
          <a:bodyPr/>
          <a:lstStyle/>
          <a:p>
            <a:r>
              <a:rPr lang="da-DK" dirty="0"/>
              <a:t>Vi accelererer fremtidens bæredygtige mobilitet – ved at inspirere</a:t>
            </a:r>
            <a:br>
              <a:rPr lang="da-DK" dirty="0"/>
            </a:br>
            <a:r>
              <a:rPr lang="da-DK" dirty="0"/>
              <a:t>alle til at vælge elbil.</a:t>
            </a:r>
          </a:p>
        </p:txBody>
      </p:sp>
      <p:sp>
        <p:nvSpPr>
          <p:cNvPr id="6" name="Pladsholder til slidenummer 5">
            <a:extLst>
              <a:ext uri="{FF2B5EF4-FFF2-40B4-BE49-F238E27FC236}">
                <a16:creationId xmlns:a16="http://schemas.microsoft.com/office/drawing/2014/main" id="{7A14A4A7-D51B-46E3-4710-9BD9B61814CC}"/>
              </a:ext>
            </a:extLst>
          </p:cNvPr>
          <p:cNvSpPr>
            <a:spLocks noGrp="1"/>
          </p:cNvSpPr>
          <p:nvPr>
            <p:ph type="sldNum" sz="quarter" idx="17"/>
          </p:nvPr>
        </p:nvSpPr>
        <p:spPr/>
        <p:txBody>
          <a:bodyPr/>
          <a:lstStyle/>
          <a:p>
            <a:fld id="{23AA811B-2EBD-4900-905E-5BE206449611}" type="slidenum">
              <a:rPr lang="da-DK" smtClean="0"/>
              <a:pPr/>
              <a:t>9</a:t>
            </a:fld>
            <a:endParaRPr lang="da-DK" dirty="0"/>
          </a:p>
        </p:txBody>
      </p:sp>
    </p:spTree>
    <p:extLst>
      <p:ext uri="{BB962C8B-B14F-4D97-AF65-F5344CB8AC3E}">
        <p14:creationId xmlns:p14="http://schemas.microsoft.com/office/powerpoint/2010/main" val="2944643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D4B30BDE-333B-EA3F-7E62-E5C55695D173}"/>
              </a:ext>
            </a:extLst>
          </p:cNvPr>
          <p:cNvSpPr>
            <a:spLocks noGrp="1"/>
          </p:cNvSpPr>
          <p:nvPr>
            <p:ph type="title"/>
          </p:nvPr>
        </p:nvSpPr>
        <p:spPr/>
        <p:txBody>
          <a:bodyPr/>
          <a:lstStyle/>
          <a:p>
            <a:r>
              <a:rPr lang="da-DK" dirty="0"/>
              <a:t>Velkommen til friheden.</a:t>
            </a:r>
          </a:p>
        </p:txBody>
      </p:sp>
      <p:sp>
        <p:nvSpPr>
          <p:cNvPr id="4" name="Pladsholder til indhold 3">
            <a:extLst>
              <a:ext uri="{FF2B5EF4-FFF2-40B4-BE49-F238E27FC236}">
                <a16:creationId xmlns:a16="http://schemas.microsoft.com/office/drawing/2014/main" id="{33A3F8FC-75F6-1900-6308-102D30039215}"/>
              </a:ext>
            </a:extLst>
          </p:cNvPr>
          <p:cNvSpPr>
            <a:spLocks noGrp="1"/>
          </p:cNvSpPr>
          <p:nvPr>
            <p:ph idx="1"/>
          </p:nvPr>
        </p:nvSpPr>
        <p:spPr/>
        <p:txBody>
          <a:bodyPr/>
          <a:lstStyle/>
          <a:p>
            <a:pPr marL="0" indent="0">
              <a:buNone/>
            </a:pPr>
            <a:r>
              <a:rPr lang="da-DK" b="0" i="0" dirty="0" err="1">
                <a:solidFill>
                  <a:srgbClr val="003732"/>
                </a:solidFill>
                <a:effectLst/>
              </a:rPr>
              <a:t>Clever</a:t>
            </a:r>
            <a:r>
              <a:rPr lang="da-DK" b="0" i="0" dirty="0">
                <a:solidFill>
                  <a:srgbClr val="003732"/>
                </a:solidFill>
                <a:effectLst/>
              </a:rPr>
              <a:t> er frihed. God energi. Og viljen til at skabe forandring.</a:t>
            </a:r>
            <a:br>
              <a:rPr lang="da-DK" b="0" i="0" dirty="0">
                <a:solidFill>
                  <a:srgbClr val="003732"/>
                </a:solidFill>
                <a:effectLst/>
              </a:rPr>
            </a:br>
            <a:br>
              <a:rPr lang="da-DK" b="0" i="0" dirty="0">
                <a:solidFill>
                  <a:srgbClr val="003732"/>
                </a:solidFill>
                <a:effectLst/>
              </a:rPr>
            </a:br>
            <a:r>
              <a:rPr lang="da-DK" b="0" i="0" dirty="0">
                <a:solidFill>
                  <a:srgbClr val="003732"/>
                </a:solidFill>
                <a:effectLst/>
              </a:rPr>
              <a:t>Inde i hjertet af </a:t>
            </a:r>
            <a:r>
              <a:rPr lang="da-DK" b="0" i="0" dirty="0" err="1">
                <a:solidFill>
                  <a:srgbClr val="003732"/>
                </a:solidFill>
                <a:effectLst/>
              </a:rPr>
              <a:t>Clever</a:t>
            </a:r>
            <a:r>
              <a:rPr lang="da-DK" b="0" i="0" dirty="0">
                <a:solidFill>
                  <a:srgbClr val="003732"/>
                </a:solidFill>
                <a:effectLst/>
              </a:rPr>
              <a:t> finder du FRIHED. Hos os er det ikke bare et ord. Det er kernen i alt, hvad vi gør. For vi tror på, at ægte frihed opstår, når mennesker har valget, fleksibiliteten og de værktøjer, de behøver for at tage kontrol. </a:t>
            </a:r>
          </a:p>
          <a:p>
            <a:pPr marL="0" indent="0">
              <a:buNone/>
            </a:pPr>
            <a:r>
              <a:rPr lang="da-DK" b="0" i="0" dirty="0" err="1">
                <a:solidFill>
                  <a:srgbClr val="003732"/>
                </a:solidFill>
                <a:effectLst/>
              </a:rPr>
              <a:t>Clever</a:t>
            </a:r>
            <a:r>
              <a:rPr lang="da-DK" b="0" i="0" dirty="0">
                <a:solidFill>
                  <a:srgbClr val="003732"/>
                </a:solidFill>
                <a:effectLst/>
              </a:rPr>
              <a:t> tilbyder ikke blot løsninger – vi tilbyder frihed til at vælge den måde, du vil lade dit liv op. </a:t>
            </a:r>
            <a:r>
              <a:rPr lang="da-DK" b="0" i="0" dirty="0" err="1">
                <a:solidFill>
                  <a:srgbClr val="003732"/>
                </a:solidFill>
                <a:effectLst/>
              </a:rPr>
              <a:t>Clevers</a:t>
            </a:r>
            <a:r>
              <a:rPr lang="da-DK" b="0" i="0" dirty="0">
                <a:solidFill>
                  <a:srgbClr val="003732"/>
                </a:solidFill>
                <a:effectLst/>
              </a:rPr>
              <a:t> brand er bygget på ideen om, at vi alle har ret til at forme vores fremtid – og vi står klar til at hjælpe dig med at navigere i en verden, hvor mulighederne er uendelige, og hvor frihed betyder at have kontrollen. </a:t>
            </a:r>
          </a:p>
        </p:txBody>
      </p:sp>
      <p:sp>
        <p:nvSpPr>
          <p:cNvPr id="5" name="Pladsholder til dato 4">
            <a:extLst>
              <a:ext uri="{FF2B5EF4-FFF2-40B4-BE49-F238E27FC236}">
                <a16:creationId xmlns:a16="http://schemas.microsoft.com/office/drawing/2014/main" id="{EDA7EC53-E132-0A8F-C093-8E10C610DF39}"/>
              </a:ext>
            </a:extLst>
          </p:cNvPr>
          <p:cNvSpPr>
            <a:spLocks noGrp="1"/>
          </p:cNvSpPr>
          <p:nvPr>
            <p:ph type="dt" sz="half" idx="15"/>
          </p:nvPr>
        </p:nvSpPr>
        <p:spPr/>
        <p:txBody>
          <a:bodyPr/>
          <a:lstStyle/>
          <a:p>
            <a:fld id="{727BBD34-DD59-49E1-9776-D67684F06344}" type="datetime4">
              <a:rPr lang="da-DK" smtClean="0"/>
              <a:pPr/>
              <a:t>26-09-23</a:t>
            </a:fld>
            <a:endParaRPr lang="da-DK" dirty="0"/>
          </a:p>
        </p:txBody>
      </p:sp>
      <p:sp>
        <p:nvSpPr>
          <p:cNvPr id="6" name="Pladsholder til sidefod 5">
            <a:extLst>
              <a:ext uri="{FF2B5EF4-FFF2-40B4-BE49-F238E27FC236}">
                <a16:creationId xmlns:a16="http://schemas.microsoft.com/office/drawing/2014/main" id="{496B840E-5ED2-CC17-5E4D-7DE7BA409A7A}"/>
              </a:ext>
            </a:extLst>
          </p:cNvPr>
          <p:cNvSpPr>
            <a:spLocks noGrp="1"/>
          </p:cNvSpPr>
          <p:nvPr>
            <p:ph type="ftr" sz="quarter" idx="16"/>
          </p:nvPr>
        </p:nvSpPr>
        <p:spPr/>
        <p:txBody>
          <a:bodyPr/>
          <a:lstStyle/>
          <a:p>
            <a:endParaRPr lang="da-DK" dirty="0"/>
          </a:p>
        </p:txBody>
      </p:sp>
      <p:sp>
        <p:nvSpPr>
          <p:cNvPr id="7" name="Pladsholder til slidenummer 6">
            <a:extLst>
              <a:ext uri="{FF2B5EF4-FFF2-40B4-BE49-F238E27FC236}">
                <a16:creationId xmlns:a16="http://schemas.microsoft.com/office/drawing/2014/main" id="{54C2457E-7927-EB22-B8D8-6504E3606E46}"/>
              </a:ext>
            </a:extLst>
          </p:cNvPr>
          <p:cNvSpPr>
            <a:spLocks noGrp="1"/>
          </p:cNvSpPr>
          <p:nvPr>
            <p:ph type="sldNum" sz="quarter" idx="17"/>
          </p:nvPr>
        </p:nvSpPr>
        <p:spPr/>
        <p:txBody>
          <a:bodyPr/>
          <a:lstStyle/>
          <a:p>
            <a:fld id="{23AA811B-2EBD-4900-905E-5BE206449611}" type="slidenum">
              <a:rPr lang="da-DK" smtClean="0"/>
              <a:pPr/>
              <a:t>10</a:t>
            </a:fld>
            <a:endParaRPr lang="da-DK" dirty="0"/>
          </a:p>
        </p:txBody>
      </p:sp>
      <p:sp>
        <p:nvSpPr>
          <p:cNvPr id="8" name="Pladsholder til indhold 7">
            <a:extLst>
              <a:ext uri="{FF2B5EF4-FFF2-40B4-BE49-F238E27FC236}">
                <a16:creationId xmlns:a16="http://schemas.microsoft.com/office/drawing/2014/main" id="{E54A1285-59D9-0A1D-04F8-55543044A224}"/>
              </a:ext>
            </a:extLst>
          </p:cNvPr>
          <p:cNvSpPr>
            <a:spLocks noGrp="1"/>
          </p:cNvSpPr>
          <p:nvPr>
            <p:ph sz="half" idx="2"/>
          </p:nvPr>
        </p:nvSpPr>
        <p:spPr/>
        <p:txBody>
          <a:bodyPr/>
          <a:lstStyle/>
          <a:p>
            <a:pPr marL="0" indent="0">
              <a:buNone/>
            </a:pPr>
            <a:r>
              <a:rPr lang="da-DK" b="0" i="0" dirty="0">
                <a:solidFill>
                  <a:srgbClr val="003732"/>
                </a:solidFill>
                <a:effectLst/>
              </a:rPr>
              <a:t>Vi leverer meget mere end energi til din bil - vi er her for at inspirere til en verden, hvor frihed og bæredygtighed går hånd i hånd.</a:t>
            </a:r>
          </a:p>
          <a:p>
            <a:pPr marL="0" indent="0">
              <a:buNone/>
            </a:pPr>
            <a:r>
              <a:rPr lang="da-DK" b="0" i="0" dirty="0">
                <a:solidFill>
                  <a:srgbClr val="003732"/>
                </a:solidFill>
                <a:effectLst/>
              </a:rPr>
              <a:t>Vælger man </a:t>
            </a:r>
            <a:r>
              <a:rPr lang="da-DK" b="0" i="0" dirty="0" err="1">
                <a:solidFill>
                  <a:srgbClr val="003732"/>
                </a:solidFill>
                <a:effectLst/>
              </a:rPr>
              <a:t>Clever</a:t>
            </a:r>
            <a:r>
              <a:rPr lang="da-DK" b="0" i="0" dirty="0">
                <a:solidFill>
                  <a:srgbClr val="003732"/>
                </a:solidFill>
                <a:effectLst/>
              </a:rPr>
              <a:t>, vælger man skridtet mod en friere og grønnere fremtid. </a:t>
            </a:r>
            <a:endParaRPr lang="da-DK" dirty="0"/>
          </a:p>
        </p:txBody>
      </p:sp>
      <p:pic>
        <p:nvPicPr>
          <p:cNvPr id="12" name="Pladsholder til billede 11" descr="Et billede, der indeholder bygning, kable, udendørs, indendørs&#10;&#10;Indhold genereret af kunstig intelligens kan være forkert.">
            <a:extLst>
              <a:ext uri="{FF2B5EF4-FFF2-40B4-BE49-F238E27FC236}">
                <a16:creationId xmlns:a16="http://schemas.microsoft.com/office/drawing/2014/main" id="{1B36F861-6909-CEF8-021E-1719F44A4C8D}"/>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p:blipFill>
        <p:spPr>
          <a:xfrm>
            <a:off x="7195166" y="0"/>
            <a:ext cx="5051425" cy="6858000"/>
          </a:xfrm>
        </p:spPr>
      </p:pic>
    </p:spTree>
    <p:extLst>
      <p:ext uri="{BB962C8B-B14F-4D97-AF65-F5344CB8AC3E}">
        <p14:creationId xmlns:p14="http://schemas.microsoft.com/office/powerpoint/2010/main" val="1121452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37E4F434-EC8D-BDF2-DF12-07B4BB9AEE70}"/>
              </a:ext>
            </a:extLst>
          </p:cNvPr>
          <p:cNvSpPr>
            <a:spLocks noGrp="1"/>
          </p:cNvSpPr>
          <p:nvPr>
            <p:ph type="title"/>
          </p:nvPr>
        </p:nvSpPr>
        <p:spPr/>
        <p:txBody>
          <a:bodyPr/>
          <a:lstStyle/>
          <a:p>
            <a:r>
              <a:rPr lang="da-DK" dirty="0"/>
              <a:t>Det er friheden der gør forskellen.</a:t>
            </a:r>
          </a:p>
        </p:txBody>
      </p:sp>
      <p:sp>
        <p:nvSpPr>
          <p:cNvPr id="5" name="Pladsholder til dato 4">
            <a:extLst>
              <a:ext uri="{FF2B5EF4-FFF2-40B4-BE49-F238E27FC236}">
                <a16:creationId xmlns:a16="http://schemas.microsoft.com/office/drawing/2014/main" id="{70F55FC8-4178-98E7-A4C1-52AB9CDC162F}"/>
              </a:ext>
            </a:extLst>
          </p:cNvPr>
          <p:cNvSpPr>
            <a:spLocks noGrp="1"/>
          </p:cNvSpPr>
          <p:nvPr>
            <p:ph type="dt" sz="half" idx="15"/>
          </p:nvPr>
        </p:nvSpPr>
        <p:spPr/>
        <p:txBody>
          <a:bodyPr/>
          <a:lstStyle/>
          <a:p>
            <a:fld id="{727BBD34-DD59-49E1-9776-D67684F06344}" type="datetime4">
              <a:rPr lang="da-DK" smtClean="0"/>
              <a:pPr/>
              <a:t>26-09-23</a:t>
            </a:fld>
            <a:endParaRPr lang="da-DK" dirty="0"/>
          </a:p>
        </p:txBody>
      </p:sp>
      <p:sp>
        <p:nvSpPr>
          <p:cNvPr id="6" name="Pladsholder til sidefod 5">
            <a:extLst>
              <a:ext uri="{FF2B5EF4-FFF2-40B4-BE49-F238E27FC236}">
                <a16:creationId xmlns:a16="http://schemas.microsoft.com/office/drawing/2014/main" id="{87F3BAD2-B1BF-2C6A-33BD-B0DE1B8DA12A}"/>
              </a:ext>
            </a:extLst>
          </p:cNvPr>
          <p:cNvSpPr>
            <a:spLocks noGrp="1"/>
          </p:cNvSpPr>
          <p:nvPr>
            <p:ph type="ftr" sz="quarter" idx="16"/>
          </p:nvPr>
        </p:nvSpPr>
        <p:spPr/>
        <p:txBody>
          <a:bodyPr/>
          <a:lstStyle/>
          <a:p>
            <a:endParaRPr lang="da-DK" dirty="0"/>
          </a:p>
        </p:txBody>
      </p:sp>
      <p:sp>
        <p:nvSpPr>
          <p:cNvPr id="7" name="Pladsholder til slidenummer 6">
            <a:extLst>
              <a:ext uri="{FF2B5EF4-FFF2-40B4-BE49-F238E27FC236}">
                <a16:creationId xmlns:a16="http://schemas.microsoft.com/office/drawing/2014/main" id="{F3C2739C-327D-A4B7-FF55-A66AD27260FB}"/>
              </a:ext>
            </a:extLst>
          </p:cNvPr>
          <p:cNvSpPr>
            <a:spLocks noGrp="1"/>
          </p:cNvSpPr>
          <p:nvPr>
            <p:ph type="sldNum" sz="quarter" idx="17"/>
          </p:nvPr>
        </p:nvSpPr>
        <p:spPr/>
        <p:txBody>
          <a:bodyPr/>
          <a:lstStyle/>
          <a:p>
            <a:fld id="{23AA811B-2EBD-4900-905E-5BE206449611}" type="slidenum">
              <a:rPr lang="da-DK" smtClean="0"/>
              <a:pPr/>
              <a:t>11</a:t>
            </a:fld>
            <a:endParaRPr lang="da-DK" dirty="0"/>
          </a:p>
        </p:txBody>
      </p:sp>
      <p:sp>
        <p:nvSpPr>
          <p:cNvPr id="4" name="Pladsholder til indhold 3">
            <a:extLst>
              <a:ext uri="{FF2B5EF4-FFF2-40B4-BE49-F238E27FC236}">
                <a16:creationId xmlns:a16="http://schemas.microsoft.com/office/drawing/2014/main" id="{7FC4B134-AD5B-8E18-DE0C-A31A417D266E}"/>
              </a:ext>
            </a:extLst>
          </p:cNvPr>
          <p:cNvSpPr>
            <a:spLocks noGrp="1"/>
          </p:cNvSpPr>
          <p:nvPr>
            <p:ph idx="18"/>
          </p:nvPr>
        </p:nvSpPr>
        <p:spPr/>
        <p:txBody>
          <a:bodyPr/>
          <a:lstStyle/>
          <a:p>
            <a:pPr marL="0" indent="0">
              <a:buNone/>
            </a:pPr>
            <a:r>
              <a:rPr lang="da-DK" b="0" i="0" dirty="0" err="1">
                <a:solidFill>
                  <a:srgbClr val="003732"/>
                </a:solidFill>
                <a:effectLst/>
              </a:rPr>
              <a:t>Clever</a:t>
            </a:r>
            <a:r>
              <a:rPr lang="da-DK" b="0" i="0" dirty="0">
                <a:solidFill>
                  <a:srgbClr val="003732"/>
                </a:solidFill>
                <a:effectLst/>
              </a:rPr>
              <a:t> er frihed. God energi. Og viljen til at skabe forandring.</a:t>
            </a:r>
          </a:p>
          <a:p>
            <a:pPr marL="0" indent="0">
              <a:buNone/>
            </a:pPr>
            <a:r>
              <a:rPr lang="da-DK" b="0" i="0" dirty="0">
                <a:solidFill>
                  <a:srgbClr val="003732"/>
                </a:solidFill>
                <a:effectLst/>
              </a:rPr>
              <a:t>Inde i hjertet af </a:t>
            </a:r>
            <a:r>
              <a:rPr lang="da-DK" b="0" i="0" dirty="0" err="1">
                <a:solidFill>
                  <a:srgbClr val="003732"/>
                </a:solidFill>
                <a:effectLst/>
              </a:rPr>
              <a:t>Clever</a:t>
            </a:r>
            <a:r>
              <a:rPr lang="da-DK" b="0" i="0" dirty="0">
                <a:solidFill>
                  <a:srgbClr val="003732"/>
                </a:solidFill>
                <a:effectLst/>
              </a:rPr>
              <a:t> finder du FRIHED. Hos os er det ikke bare et ord. Det er kernen i alt, hvad vi gør. For vi tror på, at ægte frihed opstår, når mennesker har valget, fleksibiliteten og de værktøjer, de behøver for at tage kontrol. </a:t>
            </a:r>
          </a:p>
          <a:p>
            <a:pPr marL="0" indent="0">
              <a:buNone/>
            </a:pPr>
            <a:r>
              <a:rPr lang="da-DK" b="0" i="0" dirty="0" err="1">
                <a:solidFill>
                  <a:srgbClr val="003732"/>
                </a:solidFill>
                <a:effectLst/>
              </a:rPr>
              <a:t>Clever</a:t>
            </a:r>
            <a:r>
              <a:rPr lang="da-DK" b="0" i="0" dirty="0">
                <a:solidFill>
                  <a:srgbClr val="003732"/>
                </a:solidFill>
                <a:effectLst/>
              </a:rPr>
              <a:t> tilbyder ikke blot løsninger – vi tilbyder frihed til at vælge den måde, du vil lade dit liv op. </a:t>
            </a:r>
            <a:r>
              <a:rPr lang="da-DK" b="0" i="0" dirty="0" err="1">
                <a:solidFill>
                  <a:srgbClr val="003732"/>
                </a:solidFill>
                <a:effectLst/>
              </a:rPr>
              <a:t>Clevers</a:t>
            </a:r>
            <a:r>
              <a:rPr lang="da-DK" b="0" i="0" dirty="0">
                <a:solidFill>
                  <a:srgbClr val="003732"/>
                </a:solidFill>
                <a:effectLst/>
              </a:rPr>
              <a:t> brand er bygget på ideen om, at vi alle har ret til at forme vores fremtid – og vi står klar til at hjælpe dig med at navigere i en verden, hvor mulighederne er uendelige, og hvor frihed betyder at have kontrollen. </a:t>
            </a:r>
          </a:p>
          <a:p>
            <a:pPr marL="0" indent="0">
              <a:buNone/>
            </a:pPr>
            <a:r>
              <a:rPr lang="da-DK" b="0" i="0" dirty="0">
                <a:solidFill>
                  <a:srgbClr val="003732"/>
                </a:solidFill>
                <a:effectLst/>
              </a:rPr>
              <a:t>Vi leverer meget mere end energi til din bil - vi er her for at inspirere til en verden, hvor frihed og bæredygtighed går hånd i hånd.</a:t>
            </a:r>
          </a:p>
          <a:p>
            <a:pPr marL="0" indent="0">
              <a:buNone/>
            </a:pPr>
            <a:r>
              <a:rPr lang="da-DK" b="0" i="0" dirty="0">
                <a:solidFill>
                  <a:srgbClr val="003732"/>
                </a:solidFill>
                <a:effectLst/>
              </a:rPr>
              <a:t>Vælger man </a:t>
            </a:r>
            <a:r>
              <a:rPr lang="da-DK" b="0" i="0" dirty="0" err="1">
                <a:solidFill>
                  <a:srgbClr val="003732"/>
                </a:solidFill>
                <a:effectLst/>
              </a:rPr>
              <a:t>Clever</a:t>
            </a:r>
            <a:r>
              <a:rPr lang="da-DK" b="0" i="0" dirty="0">
                <a:solidFill>
                  <a:srgbClr val="003732"/>
                </a:solidFill>
                <a:effectLst/>
              </a:rPr>
              <a:t>, vælger man skridtet mod en friere og grønnere fremtid. </a:t>
            </a:r>
          </a:p>
          <a:p>
            <a:endParaRPr lang="da-DK" dirty="0"/>
          </a:p>
        </p:txBody>
      </p:sp>
      <p:pic>
        <p:nvPicPr>
          <p:cNvPr id="13" name="Pladsholder til billede 12" descr="Et billede, der indeholder person, udendørs, sweater, tøj&#10;&#10;Indhold genereret af kunstig intelligens kan være forkert.">
            <a:extLst>
              <a:ext uri="{FF2B5EF4-FFF2-40B4-BE49-F238E27FC236}">
                <a16:creationId xmlns:a16="http://schemas.microsoft.com/office/drawing/2014/main" id="{6C38CB04-86CE-C082-0CDC-A47888E87D33}"/>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432822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7E902F-3AE7-EA8D-84EF-25F16B9636A7}"/>
              </a:ext>
            </a:extLst>
          </p:cNvPr>
          <p:cNvSpPr>
            <a:spLocks noGrp="1"/>
          </p:cNvSpPr>
          <p:nvPr>
            <p:ph type="title"/>
          </p:nvPr>
        </p:nvSpPr>
        <p:spPr/>
        <p:txBody>
          <a:bodyPr/>
          <a:lstStyle/>
          <a:p>
            <a:r>
              <a:rPr lang="da-DK" dirty="0" err="1"/>
              <a:t>Clever</a:t>
            </a:r>
            <a:r>
              <a:rPr lang="da-DK" dirty="0"/>
              <a:t> er frihed. God energi. Og viljen til at skabe forandring.</a:t>
            </a:r>
          </a:p>
        </p:txBody>
      </p:sp>
      <p:sp>
        <p:nvSpPr>
          <p:cNvPr id="3" name="Pladsholder til indhold 2">
            <a:extLst>
              <a:ext uri="{FF2B5EF4-FFF2-40B4-BE49-F238E27FC236}">
                <a16:creationId xmlns:a16="http://schemas.microsoft.com/office/drawing/2014/main" id="{0A4C15DC-E71A-4043-DC5B-F98958FE1E5C}"/>
              </a:ext>
            </a:extLst>
          </p:cNvPr>
          <p:cNvSpPr>
            <a:spLocks noGrp="1"/>
          </p:cNvSpPr>
          <p:nvPr>
            <p:ph idx="1"/>
          </p:nvPr>
        </p:nvSpPr>
        <p:spPr/>
        <p:txBody>
          <a:bodyPr/>
          <a:lstStyle/>
          <a:p>
            <a:pPr marL="0" indent="0">
              <a:buNone/>
            </a:pPr>
            <a:r>
              <a:rPr lang="da-DK" b="0" i="0" dirty="0">
                <a:solidFill>
                  <a:srgbClr val="003732"/>
                </a:solidFill>
                <a:effectLst/>
              </a:rPr>
              <a:t>Inde i hjertet af </a:t>
            </a:r>
            <a:r>
              <a:rPr lang="da-DK" b="0" i="0" dirty="0" err="1">
                <a:solidFill>
                  <a:srgbClr val="003732"/>
                </a:solidFill>
                <a:effectLst/>
              </a:rPr>
              <a:t>Clever</a:t>
            </a:r>
            <a:r>
              <a:rPr lang="da-DK" b="0" i="0" dirty="0">
                <a:solidFill>
                  <a:srgbClr val="003732"/>
                </a:solidFill>
                <a:effectLst/>
              </a:rPr>
              <a:t> finder du FRIHED. Hos os er det ikke bare et ord. Det er kernen i alt, hvad vi gør. For vi tror på, at ægte frihed opstår, når mennesker har valget, fleksibiliteten og de værktøjer, de behøver for at tage kontrol. </a:t>
            </a:r>
          </a:p>
          <a:p>
            <a:pPr marL="0" indent="0">
              <a:buNone/>
            </a:pPr>
            <a:r>
              <a:rPr lang="da-DK" b="0" i="0" dirty="0" err="1">
                <a:solidFill>
                  <a:srgbClr val="003732"/>
                </a:solidFill>
                <a:effectLst/>
              </a:rPr>
              <a:t>Clever</a:t>
            </a:r>
            <a:r>
              <a:rPr lang="da-DK" b="0" i="0" dirty="0">
                <a:solidFill>
                  <a:srgbClr val="003732"/>
                </a:solidFill>
                <a:effectLst/>
              </a:rPr>
              <a:t> tilbyder ikke blot løsninger – vi tilbyder frihed til at vælge den måde, du vil lade dit liv op. </a:t>
            </a:r>
            <a:r>
              <a:rPr lang="da-DK" b="0" i="0" dirty="0" err="1">
                <a:solidFill>
                  <a:srgbClr val="003732"/>
                </a:solidFill>
                <a:effectLst/>
              </a:rPr>
              <a:t>Clevers</a:t>
            </a:r>
            <a:r>
              <a:rPr lang="da-DK" b="0" i="0" dirty="0">
                <a:solidFill>
                  <a:srgbClr val="003732"/>
                </a:solidFill>
                <a:effectLst/>
              </a:rPr>
              <a:t> brand er bygget på ideen om, at vi alle har ret til at forme vores fremtid – og vi står klar til at hjælpe dig med at navigere i en verden, hvor mulighederne er uendelige, og hvor frihed betyder at have kontrollen. Vi leverer meget mere end energi til din bil - vi er her for at inspirere til en verden, hvor frihed og bæredygtighed går hånd i hånd.</a:t>
            </a:r>
          </a:p>
          <a:p>
            <a:pPr marL="0" indent="0">
              <a:buNone/>
            </a:pPr>
            <a:r>
              <a:rPr lang="da-DK" b="0" i="0" dirty="0">
                <a:solidFill>
                  <a:srgbClr val="003732"/>
                </a:solidFill>
                <a:effectLst/>
              </a:rPr>
              <a:t>Vælger man </a:t>
            </a:r>
            <a:r>
              <a:rPr lang="da-DK" b="0" i="0" dirty="0" err="1">
                <a:solidFill>
                  <a:srgbClr val="003732"/>
                </a:solidFill>
                <a:effectLst/>
              </a:rPr>
              <a:t>Clever</a:t>
            </a:r>
            <a:r>
              <a:rPr lang="da-DK" b="0" i="0" dirty="0">
                <a:solidFill>
                  <a:srgbClr val="003732"/>
                </a:solidFill>
                <a:effectLst/>
              </a:rPr>
              <a:t>, vælger man skridtet mod en friere og grønnere fremtid. </a:t>
            </a:r>
          </a:p>
          <a:p>
            <a:endParaRPr lang="da-DK" dirty="0"/>
          </a:p>
        </p:txBody>
      </p:sp>
      <p:sp>
        <p:nvSpPr>
          <p:cNvPr id="4" name="Pladsholder til dato 3">
            <a:extLst>
              <a:ext uri="{FF2B5EF4-FFF2-40B4-BE49-F238E27FC236}">
                <a16:creationId xmlns:a16="http://schemas.microsoft.com/office/drawing/2014/main" id="{27111CF9-F49F-E8CA-7E94-637345C871F4}"/>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5" name="Pladsholder til sidefod 4">
            <a:extLst>
              <a:ext uri="{FF2B5EF4-FFF2-40B4-BE49-F238E27FC236}">
                <a16:creationId xmlns:a16="http://schemas.microsoft.com/office/drawing/2014/main" id="{C5706EB3-618B-E696-89FB-BF1134BF6807}"/>
              </a:ext>
            </a:extLst>
          </p:cNvPr>
          <p:cNvSpPr>
            <a:spLocks noGrp="1"/>
          </p:cNvSpPr>
          <p:nvPr>
            <p:ph type="ftr" sz="quarter" idx="11"/>
          </p:nvPr>
        </p:nvSpPr>
        <p:spPr/>
        <p:txBody>
          <a:bodyPr/>
          <a:lstStyle/>
          <a:p>
            <a:endParaRPr lang="da-DK" dirty="0"/>
          </a:p>
        </p:txBody>
      </p:sp>
      <p:sp>
        <p:nvSpPr>
          <p:cNvPr id="6" name="Pladsholder til slidenummer 5">
            <a:extLst>
              <a:ext uri="{FF2B5EF4-FFF2-40B4-BE49-F238E27FC236}">
                <a16:creationId xmlns:a16="http://schemas.microsoft.com/office/drawing/2014/main" id="{F8D95E09-F46A-FF5D-EFE3-D14031BC4FCB}"/>
              </a:ext>
            </a:extLst>
          </p:cNvPr>
          <p:cNvSpPr>
            <a:spLocks noGrp="1"/>
          </p:cNvSpPr>
          <p:nvPr>
            <p:ph type="sldNum" sz="quarter" idx="12"/>
          </p:nvPr>
        </p:nvSpPr>
        <p:spPr/>
        <p:txBody>
          <a:bodyPr/>
          <a:lstStyle/>
          <a:p>
            <a:fld id="{23AA811B-2EBD-4900-905E-5BE206449611}" type="slidenum">
              <a:rPr lang="da-DK" smtClean="0"/>
              <a:pPr/>
              <a:t>12</a:t>
            </a:fld>
            <a:endParaRPr lang="da-DK" dirty="0"/>
          </a:p>
        </p:txBody>
      </p:sp>
    </p:spTree>
    <p:extLst>
      <p:ext uri="{BB962C8B-B14F-4D97-AF65-F5344CB8AC3E}">
        <p14:creationId xmlns:p14="http://schemas.microsoft.com/office/powerpoint/2010/main" val="96577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EC778-10F2-3761-CFFC-8E3BE836434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DC2E22-6488-6ECC-B4A2-C234877C93F6}"/>
              </a:ext>
            </a:extLst>
          </p:cNvPr>
          <p:cNvSpPr>
            <a:spLocks noGrp="1"/>
          </p:cNvSpPr>
          <p:nvPr>
            <p:ph type="title"/>
          </p:nvPr>
        </p:nvSpPr>
        <p:spPr/>
        <p:txBody>
          <a:bodyPr/>
          <a:lstStyle/>
          <a:p>
            <a:r>
              <a:rPr lang="da-DK" dirty="0" err="1"/>
              <a:t>Clever</a:t>
            </a:r>
            <a:r>
              <a:rPr lang="da-DK" dirty="0"/>
              <a:t> er frihed. God energi. Og viljen til at skabe forandring.</a:t>
            </a:r>
          </a:p>
        </p:txBody>
      </p:sp>
      <p:sp>
        <p:nvSpPr>
          <p:cNvPr id="3" name="Pladsholder til indhold 2">
            <a:extLst>
              <a:ext uri="{FF2B5EF4-FFF2-40B4-BE49-F238E27FC236}">
                <a16:creationId xmlns:a16="http://schemas.microsoft.com/office/drawing/2014/main" id="{60292219-AFBF-AA73-CC5D-DB130B1E9DC9}"/>
              </a:ext>
            </a:extLst>
          </p:cNvPr>
          <p:cNvSpPr>
            <a:spLocks noGrp="1"/>
          </p:cNvSpPr>
          <p:nvPr>
            <p:ph idx="1"/>
          </p:nvPr>
        </p:nvSpPr>
        <p:spPr/>
        <p:txBody>
          <a:bodyPr/>
          <a:lstStyle/>
          <a:p>
            <a:pPr marL="0" indent="0">
              <a:buNone/>
            </a:pPr>
            <a:r>
              <a:rPr lang="da-DK" b="0" i="0" dirty="0">
                <a:solidFill>
                  <a:srgbClr val="003732"/>
                </a:solidFill>
                <a:effectLst/>
              </a:rPr>
              <a:t>Inde i hjertet af </a:t>
            </a:r>
            <a:r>
              <a:rPr lang="da-DK" b="0" i="0" dirty="0" err="1">
                <a:solidFill>
                  <a:srgbClr val="003732"/>
                </a:solidFill>
                <a:effectLst/>
              </a:rPr>
              <a:t>Clever</a:t>
            </a:r>
            <a:r>
              <a:rPr lang="da-DK" b="0" i="0" dirty="0">
                <a:solidFill>
                  <a:srgbClr val="003732"/>
                </a:solidFill>
                <a:effectLst/>
              </a:rPr>
              <a:t> finder du FRIHED. Hos os er det ikke bare et ord. Det er kernen i alt, hvad vi gør. For vi tror på, at ægte frihed opstår, når mennesker har valget, fleksibiliteten og de værktøjer, de behøver for at tage kontrol. </a:t>
            </a:r>
          </a:p>
          <a:p>
            <a:pPr marL="0" indent="0">
              <a:buNone/>
            </a:pPr>
            <a:r>
              <a:rPr lang="da-DK" b="0" i="0" dirty="0" err="1">
                <a:solidFill>
                  <a:srgbClr val="003732"/>
                </a:solidFill>
                <a:effectLst/>
              </a:rPr>
              <a:t>Clever</a:t>
            </a:r>
            <a:r>
              <a:rPr lang="da-DK" b="0" i="0" dirty="0">
                <a:solidFill>
                  <a:srgbClr val="003732"/>
                </a:solidFill>
                <a:effectLst/>
              </a:rPr>
              <a:t> tilbyder ikke blot løsninger – vi tilbyder frihed til at vælge den måde, du vil lade dit liv op. </a:t>
            </a:r>
            <a:r>
              <a:rPr lang="da-DK" b="0" i="0" dirty="0" err="1">
                <a:solidFill>
                  <a:srgbClr val="003732"/>
                </a:solidFill>
                <a:effectLst/>
              </a:rPr>
              <a:t>Clevers</a:t>
            </a:r>
            <a:r>
              <a:rPr lang="da-DK" b="0" i="0" dirty="0">
                <a:solidFill>
                  <a:srgbClr val="003732"/>
                </a:solidFill>
                <a:effectLst/>
              </a:rPr>
              <a:t> brand er bygget på ideen om, at vi alle har ret til at forme vores fremtid – og vi står klar til at hjælpe dig med at navigere i en verden, hvor mulighederne er uendelige, og hvor frihed betyder at have kontrollen. Vi leverer meget mere end energi til din bil - vi er her for at inspirere til en verden, hvor frihed og bæredygtighed går hånd i hånd.</a:t>
            </a:r>
          </a:p>
          <a:p>
            <a:pPr marL="0" indent="0">
              <a:buNone/>
            </a:pPr>
            <a:r>
              <a:rPr lang="da-DK" b="0" i="0" dirty="0">
                <a:solidFill>
                  <a:srgbClr val="003732"/>
                </a:solidFill>
                <a:effectLst/>
              </a:rPr>
              <a:t>Vælger man </a:t>
            </a:r>
            <a:r>
              <a:rPr lang="da-DK" b="0" i="0" dirty="0" err="1">
                <a:solidFill>
                  <a:srgbClr val="003732"/>
                </a:solidFill>
                <a:effectLst/>
              </a:rPr>
              <a:t>Clever</a:t>
            </a:r>
            <a:r>
              <a:rPr lang="da-DK" b="0" i="0" dirty="0">
                <a:solidFill>
                  <a:srgbClr val="003732"/>
                </a:solidFill>
                <a:effectLst/>
              </a:rPr>
              <a:t>, vælger man skridtet mod en friere og grønnere fremtid. </a:t>
            </a:r>
          </a:p>
          <a:p>
            <a:pPr marL="0" indent="0">
              <a:buNone/>
            </a:pPr>
            <a:endParaRPr lang="da-DK" b="0" i="0" dirty="0">
              <a:solidFill>
                <a:srgbClr val="003732"/>
              </a:solidFill>
              <a:effectLst/>
            </a:endParaRPr>
          </a:p>
          <a:p>
            <a:endParaRPr lang="da-DK" dirty="0"/>
          </a:p>
        </p:txBody>
      </p:sp>
      <p:sp>
        <p:nvSpPr>
          <p:cNvPr id="4" name="Pladsholder til dato 3">
            <a:extLst>
              <a:ext uri="{FF2B5EF4-FFF2-40B4-BE49-F238E27FC236}">
                <a16:creationId xmlns:a16="http://schemas.microsoft.com/office/drawing/2014/main" id="{8695AE11-B117-E17D-316F-781A89E05F30}"/>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5" name="Pladsholder til sidefod 4">
            <a:extLst>
              <a:ext uri="{FF2B5EF4-FFF2-40B4-BE49-F238E27FC236}">
                <a16:creationId xmlns:a16="http://schemas.microsoft.com/office/drawing/2014/main" id="{CEF23395-881F-A5E2-B253-2C20076587D2}"/>
              </a:ext>
            </a:extLst>
          </p:cNvPr>
          <p:cNvSpPr>
            <a:spLocks noGrp="1"/>
          </p:cNvSpPr>
          <p:nvPr>
            <p:ph type="ftr" sz="quarter" idx="11"/>
          </p:nvPr>
        </p:nvSpPr>
        <p:spPr/>
        <p:txBody>
          <a:bodyPr/>
          <a:lstStyle/>
          <a:p>
            <a:endParaRPr lang="da-DK" dirty="0"/>
          </a:p>
        </p:txBody>
      </p:sp>
      <p:sp>
        <p:nvSpPr>
          <p:cNvPr id="6" name="Pladsholder til slidenummer 5">
            <a:extLst>
              <a:ext uri="{FF2B5EF4-FFF2-40B4-BE49-F238E27FC236}">
                <a16:creationId xmlns:a16="http://schemas.microsoft.com/office/drawing/2014/main" id="{3BB76DB1-5EA3-EC9D-CD1A-A96B5AE4ED3E}"/>
              </a:ext>
            </a:extLst>
          </p:cNvPr>
          <p:cNvSpPr>
            <a:spLocks noGrp="1"/>
          </p:cNvSpPr>
          <p:nvPr>
            <p:ph type="sldNum" sz="quarter" idx="12"/>
          </p:nvPr>
        </p:nvSpPr>
        <p:spPr/>
        <p:txBody>
          <a:bodyPr/>
          <a:lstStyle/>
          <a:p>
            <a:fld id="{23AA811B-2EBD-4900-905E-5BE206449611}" type="slidenum">
              <a:rPr lang="da-DK" smtClean="0"/>
              <a:pPr/>
              <a:t>13</a:t>
            </a:fld>
            <a:endParaRPr lang="da-DK" dirty="0"/>
          </a:p>
        </p:txBody>
      </p:sp>
      <p:sp>
        <p:nvSpPr>
          <p:cNvPr id="7" name="Pladsholder til indhold 6">
            <a:extLst>
              <a:ext uri="{FF2B5EF4-FFF2-40B4-BE49-F238E27FC236}">
                <a16:creationId xmlns:a16="http://schemas.microsoft.com/office/drawing/2014/main" id="{666B4645-72C7-4B60-740A-07588FFB1686}"/>
              </a:ext>
            </a:extLst>
          </p:cNvPr>
          <p:cNvSpPr>
            <a:spLocks noGrp="1"/>
          </p:cNvSpPr>
          <p:nvPr>
            <p:ph idx="13"/>
          </p:nvPr>
        </p:nvSpPr>
        <p:spPr/>
        <p:txBody>
          <a:bodyPr/>
          <a:lstStyle/>
          <a:p>
            <a:pPr marL="0" indent="0">
              <a:buNone/>
            </a:pPr>
            <a:r>
              <a:rPr lang="da-DK" b="0" i="0" dirty="0">
                <a:solidFill>
                  <a:srgbClr val="003732"/>
                </a:solidFill>
                <a:effectLst/>
              </a:rPr>
              <a:t>Inde i hjertet af </a:t>
            </a:r>
            <a:r>
              <a:rPr lang="da-DK" b="0" i="0" dirty="0" err="1">
                <a:solidFill>
                  <a:srgbClr val="003732"/>
                </a:solidFill>
                <a:effectLst/>
              </a:rPr>
              <a:t>Clever</a:t>
            </a:r>
            <a:r>
              <a:rPr lang="da-DK" b="0" i="0" dirty="0">
                <a:solidFill>
                  <a:srgbClr val="003732"/>
                </a:solidFill>
                <a:effectLst/>
              </a:rPr>
              <a:t> finder du FRIHED. Hos os er det ikke bare et ord. Det er kernen i alt, hvad vi gør. For vi tror på, at ægte frihed opstår, når mennesker har valget, fleksibiliteten og de værktøjer, de behøver for at tage kontrol. </a:t>
            </a:r>
          </a:p>
          <a:p>
            <a:pPr marL="0" indent="0">
              <a:buNone/>
            </a:pPr>
            <a:r>
              <a:rPr lang="da-DK" b="0" i="0" dirty="0" err="1">
                <a:solidFill>
                  <a:srgbClr val="003732"/>
                </a:solidFill>
                <a:effectLst/>
              </a:rPr>
              <a:t>Clever</a:t>
            </a:r>
            <a:r>
              <a:rPr lang="da-DK" b="0" i="0" dirty="0">
                <a:solidFill>
                  <a:srgbClr val="003732"/>
                </a:solidFill>
                <a:effectLst/>
              </a:rPr>
              <a:t> tilbyder ikke blot løsninger – vi tilbyder frihed til at vælge den måde, du vil lade dit liv op. </a:t>
            </a:r>
            <a:r>
              <a:rPr lang="da-DK" b="0" i="0" dirty="0" err="1">
                <a:solidFill>
                  <a:srgbClr val="003732"/>
                </a:solidFill>
                <a:effectLst/>
              </a:rPr>
              <a:t>Clevers</a:t>
            </a:r>
            <a:r>
              <a:rPr lang="da-DK" b="0" i="0" dirty="0">
                <a:solidFill>
                  <a:srgbClr val="003732"/>
                </a:solidFill>
                <a:effectLst/>
              </a:rPr>
              <a:t> brand er bygget på ideen om, at vi alle har ret til at forme vores fremtid – og vi står klar til at hjælpe dig med at navigere i en verden, hvor mulighederne er uendelige, og hvor frihed betyder at have kontrollen. Vi leverer meget mere end energi til din bil - vi er her for at inspirere til en verden, hvor frihed og bæredygtighed går hånd i hånd.</a:t>
            </a:r>
          </a:p>
          <a:p>
            <a:pPr marL="0" indent="0">
              <a:buNone/>
            </a:pPr>
            <a:r>
              <a:rPr lang="da-DK" b="0" i="0" dirty="0">
                <a:solidFill>
                  <a:srgbClr val="003732"/>
                </a:solidFill>
                <a:effectLst/>
              </a:rPr>
              <a:t>Vælger man </a:t>
            </a:r>
            <a:r>
              <a:rPr lang="da-DK" b="0" i="0" dirty="0" err="1">
                <a:solidFill>
                  <a:srgbClr val="003732"/>
                </a:solidFill>
                <a:effectLst/>
              </a:rPr>
              <a:t>Clever</a:t>
            </a:r>
            <a:r>
              <a:rPr lang="da-DK" b="0" i="0" dirty="0">
                <a:solidFill>
                  <a:srgbClr val="003732"/>
                </a:solidFill>
                <a:effectLst/>
              </a:rPr>
              <a:t>, vælger man skridtet mod en friere og grønnere fremtid. </a:t>
            </a:r>
          </a:p>
        </p:txBody>
      </p:sp>
      <p:sp>
        <p:nvSpPr>
          <p:cNvPr id="10" name="Pladsholder til indhold 9">
            <a:extLst>
              <a:ext uri="{FF2B5EF4-FFF2-40B4-BE49-F238E27FC236}">
                <a16:creationId xmlns:a16="http://schemas.microsoft.com/office/drawing/2014/main" id="{CA04DC75-59DE-BB16-DEB5-A0CE19E6683A}"/>
              </a:ext>
            </a:extLst>
          </p:cNvPr>
          <p:cNvSpPr>
            <a:spLocks noGrp="1"/>
          </p:cNvSpPr>
          <p:nvPr>
            <p:ph idx="14"/>
          </p:nvPr>
        </p:nvSpPr>
        <p:spPr/>
        <p:txBody>
          <a:bodyPr/>
          <a:lstStyle/>
          <a:p>
            <a:pPr marL="0" indent="0">
              <a:buNone/>
            </a:pPr>
            <a:r>
              <a:rPr lang="da-DK" b="0" i="0" dirty="0">
                <a:solidFill>
                  <a:srgbClr val="003732"/>
                </a:solidFill>
                <a:effectLst/>
              </a:rPr>
              <a:t>Inde i hjertet af </a:t>
            </a:r>
            <a:r>
              <a:rPr lang="da-DK" b="0" i="0" dirty="0" err="1">
                <a:solidFill>
                  <a:srgbClr val="003732"/>
                </a:solidFill>
                <a:effectLst/>
              </a:rPr>
              <a:t>Clever</a:t>
            </a:r>
            <a:r>
              <a:rPr lang="da-DK" b="0" i="0" dirty="0">
                <a:solidFill>
                  <a:srgbClr val="003732"/>
                </a:solidFill>
                <a:effectLst/>
              </a:rPr>
              <a:t> finder du FRIHED. Hos os er det ikke bare et ord. Det er kernen i alt, hvad vi gør. For vi tror på, at ægte frihed opstår, når mennesker har valget, fleksibiliteten og de værktøjer, de behøver for at tage kontrol. </a:t>
            </a:r>
          </a:p>
          <a:p>
            <a:pPr marL="0" indent="0">
              <a:buNone/>
            </a:pPr>
            <a:r>
              <a:rPr lang="da-DK" b="0" i="0" dirty="0" err="1">
                <a:solidFill>
                  <a:srgbClr val="003732"/>
                </a:solidFill>
                <a:effectLst/>
              </a:rPr>
              <a:t>Clever</a:t>
            </a:r>
            <a:r>
              <a:rPr lang="da-DK" b="0" i="0" dirty="0">
                <a:solidFill>
                  <a:srgbClr val="003732"/>
                </a:solidFill>
                <a:effectLst/>
              </a:rPr>
              <a:t> tilbyder ikke blot løsninger – vi tilbyder frihed til at vælge den måde, du vil lade dit liv op. </a:t>
            </a:r>
            <a:r>
              <a:rPr lang="da-DK" b="0" i="0" dirty="0" err="1">
                <a:solidFill>
                  <a:srgbClr val="003732"/>
                </a:solidFill>
                <a:effectLst/>
              </a:rPr>
              <a:t>Clevers</a:t>
            </a:r>
            <a:r>
              <a:rPr lang="da-DK" b="0" i="0" dirty="0">
                <a:solidFill>
                  <a:srgbClr val="003732"/>
                </a:solidFill>
                <a:effectLst/>
              </a:rPr>
              <a:t> brand er bygget på ideen om, at vi alle har ret til at forme vores fremtid – og vi står klar til at hjælpe dig med at navigere i en verden, hvor mulighederne er uendelige, og hvor frihed betyder at have kontrollen. Vi leverer meget mere end energi til din bil - vi er her for at inspirere til en verden, hvor frihed og bæredygtighed går hånd i hånd.</a:t>
            </a:r>
          </a:p>
          <a:p>
            <a:pPr marL="0" indent="0">
              <a:buNone/>
            </a:pPr>
            <a:r>
              <a:rPr lang="da-DK" b="0" i="0" dirty="0">
                <a:solidFill>
                  <a:srgbClr val="003732"/>
                </a:solidFill>
                <a:effectLst/>
              </a:rPr>
              <a:t>Vælger man </a:t>
            </a:r>
            <a:r>
              <a:rPr lang="da-DK" b="0" i="0" dirty="0" err="1">
                <a:solidFill>
                  <a:srgbClr val="003732"/>
                </a:solidFill>
                <a:effectLst/>
              </a:rPr>
              <a:t>Clever</a:t>
            </a:r>
            <a:r>
              <a:rPr lang="da-DK" b="0" i="0" dirty="0">
                <a:solidFill>
                  <a:srgbClr val="003732"/>
                </a:solidFill>
                <a:effectLst/>
              </a:rPr>
              <a:t>, vælger man skridtet mod en friere og grønnere fremtid. </a:t>
            </a:r>
          </a:p>
        </p:txBody>
      </p:sp>
    </p:spTree>
    <p:extLst>
      <p:ext uri="{BB962C8B-B14F-4D97-AF65-F5344CB8AC3E}">
        <p14:creationId xmlns:p14="http://schemas.microsoft.com/office/powerpoint/2010/main" val="2832491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7EECCE-39D4-124F-D355-3A0724D65060}"/>
              </a:ext>
            </a:extLst>
          </p:cNvPr>
          <p:cNvSpPr>
            <a:spLocks noGrp="1"/>
          </p:cNvSpPr>
          <p:nvPr>
            <p:ph type="title"/>
          </p:nvPr>
        </p:nvSpPr>
        <p:spPr/>
        <p:txBody>
          <a:bodyPr/>
          <a:lstStyle/>
          <a:p>
            <a:r>
              <a:rPr lang="da-DK" dirty="0" err="1"/>
              <a:t>Clever</a:t>
            </a:r>
            <a:r>
              <a:rPr lang="da-DK" dirty="0"/>
              <a:t> er frihed. God energi. Og viljen til at skabe forandring.</a:t>
            </a:r>
          </a:p>
        </p:txBody>
      </p:sp>
      <p:sp>
        <p:nvSpPr>
          <p:cNvPr id="3" name="Pladsholder til indhold 2">
            <a:extLst>
              <a:ext uri="{FF2B5EF4-FFF2-40B4-BE49-F238E27FC236}">
                <a16:creationId xmlns:a16="http://schemas.microsoft.com/office/drawing/2014/main" id="{22D3EC3E-959D-DFD3-8CB5-3C6427EC432A}"/>
              </a:ext>
            </a:extLst>
          </p:cNvPr>
          <p:cNvSpPr>
            <a:spLocks noGrp="1"/>
          </p:cNvSpPr>
          <p:nvPr>
            <p:ph idx="1"/>
          </p:nvPr>
        </p:nvSpPr>
        <p:spPr/>
        <p:txBody>
          <a:bodyPr/>
          <a:lstStyle/>
          <a:p>
            <a:r>
              <a:rPr lang="da-DK" dirty="0" err="1"/>
              <a:t>Clever</a:t>
            </a:r>
            <a:r>
              <a:rPr lang="da-DK" dirty="0"/>
              <a:t> er en </a:t>
            </a:r>
            <a:r>
              <a:rPr lang="da-DK" dirty="0" err="1"/>
              <a:t>ladestander</a:t>
            </a:r>
            <a:r>
              <a:rPr lang="da-DK" dirty="0"/>
              <a:t>, et abonnement, en prisvindende </a:t>
            </a:r>
            <a:r>
              <a:rPr lang="da-DK" dirty="0" err="1"/>
              <a:t>lynladestation</a:t>
            </a:r>
            <a:r>
              <a:rPr lang="da-DK" dirty="0"/>
              <a:t>, et fællesskab, vedvarende energi og meget, meget andet, som vi slet ikke kender omfanget af endnu. Det er faktisk sagens kerne og selve pointen. </a:t>
            </a:r>
          </a:p>
          <a:p>
            <a:r>
              <a:rPr lang="da-DK" dirty="0"/>
              <a:t>Vi vil altid være andet og mere end enkeltdelene af vores services, aldrig en endestation, altid i bevægelse. Men naturligvis fokuseret - vi er 100% dedikeret til at skabe forandringer indenfor energisektoren med det formål at drive den grønne omstilling fremad. </a:t>
            </a:r>
          </a:p>
          <a:p>
            <a:r>
              <a:rPr lang="da-DK" dirty="0"/>
              <a:t>Vi viser vejen ved at gøre det nemt, enkelt og ligetil at køre i elbil, og vi arbejder hårdt for at skabe den ultimative frihed for vores brugere. Hvor bringer det os hen? Til en fremtid fyldt med god energi.</a:t>
            </a:r>
          </a:p>
        </p:txBody>
      </p:sp>
      <p:sp>
        <p:nvSpPr>
          <p:cNvPr id="4" name="Pladsholder til indhold 3">
            <a:extLst>
              <a:ext uri="{FF2B5EF4-FFF2-40B4-BE49-F238E27FC236}">
                <a16:creationId xmlns:a16="http://schemas.microsoft.com/office/drawing/2014/main" id="{525BC3F5-9AB6-E139-C234-49025C9812A7}"/>
              </a:ext>
            </a:extLst>
          </p:cNvPr>
          <p:cNvSpPr>
            <a:spLocks noGrp="1"/>
          </p:cNvSpPr>
          <p:nvPr>
            <p:ph sz="half" idx="2"/>
          </p:nvPr>
        </p:nvSpPr>
        <p:spPr/>
        <p:txBody>
          <a:bodyPr/>
          <a:lstStyle/>
          <a:p>
            <a:r>
              <a:rPr lang="da-DK" dirty="0"/>
              <a:t>Og det er egentligt dét, </a:t>
            </a:r>
            <a:r>
              <a:rPr lang="da-DK" dirty="0" err="1"/>
              <a:t>Clever</a:t>
            </a:r>
            <a:r>
              <a:rPr lang="da-DK" dirty="0"/>
              <a:t> handler om. At gøre mere. At gøre det bedre. Ikke bare sidde og håbe på, at alting måske nok skal gå. Det er ikke tilfældigt, vi hedder </a:t>
            </a:r>
            <a:r>
              <a:rPr lang="da-DK" dirty="0" err="1"/>
              <a:t>Clever</a:t>
            </a:r>
            <a:r>
              <a:rPr lang="da-DK" dirty="0"/>
              <a:t>. Vores løsninger på fremtidens udfordringer skal være intelligente. De skal være enkle. De skal give mening. Og de skal gøre livet lidt bedre for dig og mig. For os. Hvad enten det er strømmen til huset eller opladningen til bilen derhjemme, på arbejdet, i byerne og langs motorvejene.</a:t>
            </a:r>
          </a:p>
          <a:p>
            <a:r>
              <a:rPr lang="da-DK" dirty="0"/>
              <a:t>Først og fremmest er </a:t>
            </a:r>
            <a:r>
              <a:rPr lang="da-DK" dirty="0" err="1"/>
              <a:t>Clever</a:t>
            </a:r>
            <a:r>
              <a:rPr lang="da-DK" dirty="0"/>
              <a:t> et mindset, der handler om at skabe forandring og mening sammen. En slags rebelsk forståelse af, at forandring er nødvendig, og den sker kun, hvis vi står sammen og tager handling. Derfor insisterer vi på at se verden fra nye vinkler – og at fremtiden er og skal være lys. Det skaber energi. God energi. </a:t>
            </a:r>
          </a:p>
        </p:txBody>
      </p:sp>
      <p:sp>
        <p:nvSpPr>
          <p:cNvPr id="5" name="Pladsholder til dato 4">
            <a:extLst>
              <a:ext uri="{FF2B5EF4-FFF2-40B4-BE49-F238E27FC236}">
                <a16:creationId xmlns:a16="http://schemas.microsoft.com/office/drawing/2014/main" id="{93894A31-DB93-69F7-4171-5B08F7739B59}"/>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6" name="Pladsholder til sidefod 5">
            <a:extLst>
              <a:ext uri="{FF2B5EF4-FFF2-40B4-BE49-F238E27FC236}">
                <a16:creationId xmlns:a16="http://schemas.microsoft.com/office/drawing/2014/main" id="{39ADFD3A-8CB2-9C67-1003-A3AC6239F038}"/>
              </a:ext>
            </a:extLst>
          </p:cNvPr>
          <p:cNvSpPr>
            <a:spLocks noGrp="1"/>
          </p:cNvSpPr>
          <p:nvPr>
            <p:ph type="ftr" sz="quarter" idx="11"/>
          </p:nvPr>
        </p:nvSpPr>
        <p:spPr/>
        <p:txBody>
          <a:bodyPr/>
          <a:lstStyle/>
          <a:p>
            <a:endParaRPr lang="da-DK" dirty="0"/>
          </a:p>
        </p:txBody>
      </p:sp>
      <p:sp>
        <p:nvSpPr>
          <p:cNvPr id="7" name="Pladsholder til slidenummer 6">
            <a:extLst>
              <a:ext uri="{FF2B5EF4-FFF2-40B4-BE49-F238E27FC236}">
                <a16:creationId xmlns:a16="http://schemas.microsoft.com/office/drawing/2014/main" id="{76841D0A-7AB7-E71E-FF2A-05293D7B0B04}"/>
              </a:ext>
            </a:extLst>
          </p:cNvPr>
          <p:cNvSpPr>
            <a:spLocks noGrp="1"/>
          </p:cNvSpPr>
          <p:nvPr>
            <p:ph type="sldNum" sz="quarter" idx="12"/>
          </p:nvPr>
        </p:nvSpPr>
        <p:spPr/>
        <p:txBody>
          <a:bodyPr/>
          <a:lstStyle/>
          <a:p>
            <a:fld id="{23AA811B-2EBD-4900-905E-5BE206449611}" type="slidenum">
              <a:rPr lang="da-DK" smtClean="0"/>
              <a:pPr/>
              <a:t>14</a:t>
            </a:fld>
            <a:endParaRPr lang="da-DK" dirty="0"/>
          </a:p>
        </p:txBody>
      </p:sp>
    </p:spTree>
    <p:extLst>
      <p:ext uri="{BB962C8B-B14F-4D97-AF65-F5344CB8AC3E}">
        <p14:creationId xmlns:p14="http://schemas.microsoft.com/office/powerpoint/2010/main" val="1944438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ladsholder til billede 8" descr="Et billede, der indeholder Ansigt, person, tøj, smil&#10;&#10;Indhold genereret af kunstig intelligens kan være forkert.">
            <a:extLst>
              <a:ext uri="{FF2B5EF4-FFF2-40B4-BE49-F238E27FC236}">
                <a16:creationId xmlns:a16="http://schemas.microsoft.com/office/drawing/2014/main" id="{992414EC-2A5B-0096-EB60-2C15150D42D1}"/>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el 2">
            <a:extLst>
              <a:ext uri="{FF2B5EF4-FFF2-40B4-BE49-F238E27FC236}">
                <a16:creationId xmlns:a16="http://schemas.microsoft.com/office/drawing/2014/main" id="{5A0AE07B-B1A0-B777-6EAD-6AE162F20EDF}"/>
              </a:ext>
            </a:extLst>
          </p:cNvPr>
          <p:cNvSpPr>
            <a:spLocks noGrp="1"/>
          </p:cNvSpPr>
          <p:nvPr>
            <p:ph type="title"/>
          </p:nvPr>
        </p:nvSpPr>
        <p:spPr/>
        <p:txBody>
          <a:bodyPr/>
          <a:lstStyle/>
          <a:p>
            <a:r>
              <a:rPr lang="da-DK" dirty="0"/>
              <a:t>Det er friheden, der gør forskellen.</a:t>
            </a:r>
          </a:p>
        </p:txBody>
      </p:sp>
      <p:sp>
        <p:nvSpPr>
          <p:cNvPr id="4" name="Pladsholder til indhold 3">
            <a:extLst>
              <a:ext uri="{FF2B5EF4-FFF2-40B4-BE49-F238E27FC236}">
                <a16:creationId xmlns:a16="http://schemas.microsoft.com/office/drawing/2014/main" id="{35F2C55A-1E34-828E-1A73-9ABBCBCB4560}"/>
              </a:ext>
            </a:extLst>
          </p:cNvPr>
          <p:cNvSpPr>
            <a:spLocks noGrp="1"/>
          </p:cNvSpPr>
          <p:nvPr>
            <p:ph idx="1"/>
          </p:nvPr>
        </p:nvSpPr>
        <p:spPr/>
        <p:txBody>
          <a:bodyPr/>
          <a:lstStyle/>
          <a:p>
            <a:r>
              <a:rPr lang="da-DK" dirty="0" err="1"/>
              <a:t>Clever</a:t>
            </a:r>
            <a:r>
              <a:rPr lang="da-DK" dirty="0"/>
              <a:t> er frihed. God energi. Og viljen til at skabe forandring.</a:t>
            </a:r>
          </a:p>
          <a:p>
            <a:r>
              <a:rPr lang="da-DK" dirty="0"/>
              <a:t>Vi leverer meget mere end energi til din bil - vi er her for at inspirere til en verden, hvor frihed og bæredygtighed går hånd i hånd.</a:t>
            </a:r>
          </a:p>
          <a:p>
            <a:r>
              <a:rPr lang="da-DK" dirty="0"/>
              <a:t>Vælger man </a:t>
            </a:r>
            <a:r>
              <a:rPr lang="da-DK" dirty="0" err="1"/>
              <a:t>Clever</a:t>
            </a:r>
            <a:r>
              <a:rPr lang="da-DK" dirty="0"/>
              <a:t>, vælger man skridtet mod en friere og grønnere fremtid. </a:t>
            </a:r>
          </a:p>
          <a:p>
            <a:pPr marL="0" indent="0">
              <a:buNone/>
            </a:pPr>
            <a:endParaRPr lang="da-DK" dirty="0"/>
          </a:p>
          <a:p>
            <a:endParaRPr lang="da-DK" dirty="0"/>
          </a:p>
          <a:p>
            <a:pPr marL="0" indent="0">
              <a:buNone/>
            </a:pPr>
            <a:endParaRPr lang="da-DK" dirty="0"/>
          </a:p>
          <a:p>
            <a:endParaRPr lang="da-DK" dirty="0"/>
          </a:p>
          <a:p>
            <a:endParaRPr lang="da-DK" dirty="0"/>
          </a:p>
          <a:p>
            <a:pPr marL="0" indent="0">
              <a:buNone/>
            </a:pPr>
            <a:endParaRPr lang="da-DK" dirty="0"/>
          </a:p>
          <a:p>
            <a:endParaRPr lang="da-DK" dirty="0"/>
          </a:p>
          <a:p>
            <a:endParaRPr lang="da-DK" dirty="0"/>
          </a:p>
        </p:txBody>
      </p:sp>
      <p:sp>
        <p:nvSpPr>
          <p:cNvPr id="5" name="Pladsholder til dato 4">
            <a:extLst>
              <a:ext uri="{FF2B5EF4-FFF2-40B4-BE49-F238E27FC236}">
                <a16:creationId xmlns:a16="http://schemas.microsoft.com/office/drawing/2014/main" id="{651783CD-7242-9E85-2884-AAF3EBF7BB77}"/>
              </a:ext>
            </a:extLst>
          </p:cNvPr>
          <p:cNvSpPr>
            <a:spLocks noGrp="1"/>
          </p:cNvSpPr>
          <p:nvPr>
            <p:ph type="dt" sz="half" idx="15"/>
          </p:nvPr>
        </p:nvSpPr>
        <p:spPr/>
        <p:txBody>
          <a:bodyPr/>
          <a:lstStyle/>
          <a:p>
            <a:fld id="{727BBD34-DD59-49E1-9776-D67684F06344}" type="datetime4">
              <a:rPr lang="da-DK" smtClean="0"/>
              <a:pPr/>
              <a:t>26-09-23</a:t>
            </a:fld>
            <a:endParaRPr lang="da-DK" dirty="0"/>
          </a:p>
        </p:txBody>
      </p:sp>
      <p:sp>
        <p:nvSpPr>
          <p:cNvPr id="6" name="Pladsholder til sidefod 5">
            <a:extLst>
              <a:ext uri="{FF2B5EF4-FFF2-40B4-BE49-F238E27FC236}">
                <a16:creationId xmlns:a16="http://schemas.microsoft.com/office/drawing/2014/main" id="{DB3C1C21-F45B-3BEF-147E-DF2F662C5DF5}"/>
              </a:ext>
            </a:extLst>
          </p:cNvPr>
          <p:cNvSpPr>
            <a:spLocks noGrp="1"/>
          </p:cNvSpPr>
          <p:nvPr>
            <p:ph type="ftr" sz="quarter" idx="16"/>
          </p:nvPr>
        </p:nvSpPr>
        <p:spPr/>
        <p:txBody>
          <a:bodyPr/>
          <a:lstStyle/>
          <a:p>
            <a:endParaRPr lang="da-DK" dirty="0"/>
          </a:p>
        </p:txBody>
      </p:sp>
      <p:sp>
        <p:nvSpPr>
          <p:cNvPr id="7" name="Pladsholder til slidenummer 6">
            <a:extLst>
              <a:ext uri="{FF2B5EF4-FFF2-40B4-BE49-F238E27FC236}">
                <a16:creationId xmlns:a16="http://schemas.microsoft.com/office/drawing/2014/main" id="{65A76674-1566-5F56-0510-AD29FA3A9802}"/>
              </a:ext>
            </a:extLst>
          </p:cNvPr>
          <p:cNvSpPr>
            <a:spLocks noGrp="1"/>
          </p:cNvSpPr>
          <p:nvPr>
            <p:ph type="sldNum" sz="quarter" idx="17"/>
          </p:nvPr>
        </p:nvSpPr>
        <p:spPr/>
        <p:txBody>
          <a:bodyPr/>
          <a:lstStyle/>
          <a:p>
            <a:fld id="{23AA811B-2EBD-4900-905E-5BE206449611}" type="slidenum">
              <a:rPr lang="da-DK" smtClean="0"/>
              <a:pPr/>
              <a:t>15</a:t>
            </a:fld>
            <a:endParaRPr lang="da-DK" dirty="0"/>
          </a:p>
        </p:txBody>
      </p:sp>
    </p:spTree>
    <p:extLst>
      <p:ext uri="{BB962C8B-B14F-4D97-AF65-F5344CB8AC3E}">
        <p14:creationId xmlns:p14="http://schemas.microsoft.com/office/powerpoint/2010/main" val="3740173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ladsholder til billede 14">
            <a:extLst>
              <a:ext uri="{FF2B5EF4-FFF2-40B4-BE49-F238E27FC236}">
                <a16:creationId xmlns:a16="http://schemas.microsoft.com/office/drawing/2014/main" id="{58F9BD54-B076-0597-043C-F3B9D6C27B46}"/>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p:blipFill>
        <p:spPr>
          <a:xfrm>
            <a:off x="398466" y="395288"/>
            <a:ext cx="3690356" cy="4710112"/>
          </a:xfrm>
        </p:spPr>
      </p:pic>
      <p:sp>
        <p:nvSpPr>
          <p:cNvPr id="3" name="Pladsholder til tekst 2">
            <a:extLst>
              <a:ext uri="{FF2B5EF4-FFF2-40B4-BE49-F238E27FC236}">
                <a16:creationId xmlns:a16="http://schemas.microsoft.com/office/drawing/2014/main" id="{7102D83D-0159-8A3E-BB54-F881A704D541}"/>
              </a:ext>
            </a:extLst>
          </p:cNvPr>
          <p:cNvSpPr>
            <a:spLocks noGrp="1"/>
          </p:cNvSpPr>
          <p:nvPr>
            <p:ph type="body" sz="quarter" idx="20"/>
          </p:nvPr>
        </p:nvSpPr>
        <p:spPr/>
        <p:txBody>
          <a:bodyPr/>
          <a:lstStyle/>
          <a:p>
            <a:r>
              <a:rPr lang="da-DK" dirty="0"/>
              <a:t>Det er friheden.</a:t>
            </a:r>
          </a:p>
        </p:txBody>
      </p:sp>
      <p:sp>
        <p:nvSpPr>
          <p:cNvPr id="4" name="Pladsholder til tekst 3">
            <a:extLst>
              <a:ext uri="{FF2B5EF4-FFF2-40B4-BE49-F238E27FC236}">
                <a16:creationId xmlns:a16="http://schemas.microsoft.com/office/drawing/2014/main" id="{582DC35A-1313-AC5C-F2EC-5387D66C0FA2}"/>
              </a:ext>
            </a:extLst>
          </p:cNvPr>
          <p:cNvSpPr>
            <a:spLocks noGrp="1"/>
          </p:cNvSpPr>
          <p:nvPr>
            <p:ph type="body" sz="quarter" idx="21"/>
          </p:nvPr>
        </p:nvSpPr>
        <p:spPr/>
        <p:txBody>
          <a:bodyPr/>
          <a:lstStyle/>
          <a:p>
            <a:r>
              <a:rPr lang="da-DK" dirty="0" err="1"/>
              <a:t>Clever</a:t>
            </a:r>
            <a:r>
              <a:rPr lang="da-DK" dirty="0"/>
              <a:t> er frihed. God energi. Og viljen til at skabe forandring.</a:t>
            </a:r>
          </a:p>
          <a:p>
            <a:endParaRPr lang="da-DK" dirty="0"/>
          </a:p>
          <a:p>
            <a:endParaRPr lang="da-DK" dirty="0"/>
          </a:p>
        </p:txBody>
      </p:sp>
      <p:pic>
        <p:nvPicPr>
          <p:cNvPr id="28" name="Pladsholder til billede 27" descr="Et billede, der indeholder tøj, bygning, fodtøj, udendørs&#10;&#10;Indhold genereret af kunstig intelligens kan være forkert.">
            <a:extLst>
              <a:ext uri="{FF2B5EF4-FFF2-40B4-BE49-F238E27FC236}">
                <a16:creationId xmlns:a16="http://schemas.microsoft.com/office/drawing/2014/main" id="{84F2474E-8F49-F1CE-EA30-76AFEE7DA2E9}"/>
              </a:ext>
            </a:extLst>
          </p:cNvPr>
          <p:cNvPicPr>
            <a:picLocks noGrp="1" noChangeAspect="1"/>
          </p:cNvPicPr>
          <p:nvPr>
            <p:ph type="pic" sz="quarter" idx="18"/>
          </p:nvPr>
        </p:nvPicPr>
        <p:blipFill>
          <a:blip r:embed="rId3" cstate="screen">
            <a:extLst>
              <a:ext uri="{28A0092B-C50C-407E-A947-70E740481C1C}">
                <a14:useLocalDpi xmlns:a14="http://schemas.microsoft.com/office/drawing/2010/main"/>
              </a:ext>
            </a:extLst>
          </a:blip>
          <a:srcRect/>
          <a:stretch>
            <a:fillRect/>
          </a:stretch>
        </p:blipFill>
        <p:spPr/>
      </p:pic>
      <p:sp>
        <p:nvSpPr>
          <p:cNvPr id="6" name="Pladsholder til tekst 5">
            <a:extLst>
              <a:ext uri="{FF2B5EF4-FFF2-40B4-BE49-F238E27FC236}">
                <a16:creationId xmlns:a16="http://schemas.microsoft.com/office/drawing/2014/main" id="{52210FDD-80CD-EBB1-BF69-C743332CA383}"/>
              </a:ext>
            </a:extLst>
          </p:cNvPr>
          <p:cNvSpPr>
            <a:spLocks noGrp="1"/>
          </p:cNvSpPr>
          <p:nvPr>
            <p:ph type="body" sz="quarter" idx="22"/>
          </p:nvPr>
        </p:nvSpPr>
        <p:spPr/>
        <p:txBody>
          <a:bodyPr/>
          <a:lstStyle/>
          <a:p>
            <a:r>
              <a:rPr lang="da-DK" dirty="0"/>
              <a:t>Der gør forskellen.</a:t>
            </a:r>
          </a:p>
        </p:txBody>
      </p:sp>
      <p:sp>
        <p:nvSpPr>
          <p:cNvPr id="7" name="Pladsholder til tekst 6">
            <a:extLst>
              <a:ext uri="{FF2B5EF4-FFF2-40B4-BE49-F238E27FC236}">
                <a16:creationId xmlns:a16="http://schemas.microsoft.com/office/drawing/2014/main" id="{E231B607-0EAB-DB1E-DF7A-FE100F1A0C1C}"/>
              </a:ext>
            </a:extLst>
          </p:cNvPr>
          <p:cNvSpPr>
            <a:spLocks noGrp="1"/>
          </p:cNvSpPr>
          <p:nvPr>
            <p:ph type="body" sz="quarter" idx="23"/>
          </p:nvPr>
        </p:nvSpPr>
        <p:spPr/>
        <p:txBody>
          <a:bodyPr/>
          <a:lstStyle/>
          <a:p>
            <a:r>
              <a:rPr lang="da-DK" dirty="0" err="1"/>
              <a:t>Clever</a:t>
            </a:r>
            <a:r>
              <a:rPr lang="da-DK" dirty="0"/>
              <a:t> er frihed. God energi. Og viljen til at skabe forandring.</a:t>
            </a:r>
          </a:p>
          <a:p>
            <a:endParaRPr lang="da-DK" dirty="0"/>
          </a:p>
        </p:txBody>
      </p:sp>
      <p:sp>
        <p:nvSpPr>
          <p:cNvPr id="9" name="Pladsholder til tekst 8">
            <a:extLst>
              <a:ext uri="{FF2B5EF4-FFF2-40B4-BE49-F238E27FC236}">
                <a16:creationId xmlns:a16="http://schemas.microsoft.com/office/drawing/2014/main" id="{A297EC05-EF91-2A18-A075-1EA722EE5FDB}"/>
              </a:ext>
            </a:extLst>
          </p:cNvPr>
          <p:cNvSpPr>
            <a:spLocks noGrp="1"/>
          </p:cNvSpPr>
          <p:nvPr>
            <p:ph type="body" sz="quarter" idx="24"/>
          </p:nvPr>
        </p:nvSpPr>
        <p:spPr/>
        <p:txBody>
          <a:bodyPr/>
          <a:lstStyle/>
          <a:p>
            <a:r>
              <a:rPr lang="da-DK" dirty="0"/>
              <a:t>På Danmarks største </a:t>
            </a:r>
            <a:r>
              <a:rPr lang="da-DK" dirty="0" err="1"/>
              <a:t>ladenetværk</a:t>
            </a:r>
            <a:r>
              <a:rPr lang="da-DK" dirty="0"/>
              <a:t>.</a:t>
            </a:r>
          </a:p>
        </p:txBody>
      </p:sp>
      <p:sp>
        <p:nvSpPr>
          <p:cNvPr id="10" name="Pladsholder til tekst 9">
            <a:extLst>
              <a:ext uri="{FF2B5EF4-FFF2-40B4-BE49-F238E27FC236}">
                <a16:creationId xmlns:a16="http://schemas.microsoft.com/office/drawing/2014/main" id="{A62CC4D9-DB69-58A6-C02F-A2CEA4755DDB}"/>
              </a:ext>
            </a:extLst>
          </p:cNvPr>
          <p:cNvSpPr>
            <a:spLocks noGrp="1"/>
          </p:cNvSpPr>
          <p:nvPr>
            <p:ph type="body" sz="quarter" idx="25"/>
          </p:nvPr>
        </p:nvSpPr>
        <p:spPr/>
        <p:txBody>
          <a:bodyPr/>
          <a:lstStyle/>
          <a:p>
            <a:r>
              <a:rPr lang="da-DK" dirty="0" err="1"/>
              <a:t>Clever</a:t>
            </a:r>
            <a:r>
              <a:rPr lang="da-DK" dirty="0"/>
              <a:t> er frihed. God energi. Og viljen til at skabe forandring.</a:t>
            </a:r>
          </a:p>
          <a:p>
            <a:endParaRPr lang="da-DK" dirty="0"/>
          </a:p>
        </p:txBody>
      </p:sp>
      <p:sp>
        <p:nvSpPr>
          <p:cNvPr id="11" name="Pladsholder til dato 10">
            <a:extLst>
              <a:ext uri="{FF2B5EF4-FFF2-40B4-BE49-F238E27FC236}">
                <a16:creationId xmlns:a16="http://schemas.microsoft.com/office/drawing/2014/main" id="{9C0884E6-0EBE-52E5-B9B0-DE3B541D2580}"/>
              </a:ext>
            </a:extLst>
          </p:cNvPr>
          <p:cNvSpPr>
            <a:spLocks noGrp="1"/>
          </p:cNvSpPr>
          <p:nvPr>
            <p:ph type="dt" sz="half" idx="15"/>
          </p:nvPr>
        </p:nvSpPr>
        <p:spPr/>
        <p:txBody>
          <a:bodyPr/>
          <a:lstStyle/>
          <a:p>
            <a:fld id="{727BBD34-DD59-49E1-9776-D67684F06344}" type="datetime4">
              <a:rPr lang="da-DK" smtClean="0"/>
              <a:pPr/>
              <a:t>26-09-23</a:t>
            </a:fld>
            <a:endParaRPr lang="da-DK" dirty="0"/>
          </a:p>
        </p:txBody>
      </p:sp>
      <p:sp>
        <p:nvSpPr>
          <p:cNvPr id="12" name="Pladsholder til sidefod 11">
            <a:extLst>
              <a:ext uri="{FF2B5EF4-FFF2-40B4-BE49-F238E27FC236}">
                <a16:creationId xmlns:a16="http://schemas.microsoft.com/office/drawing/2014/main" id="{1ACE771B-8769-081E-695C-176CAC0C1151}"/>
              </a:ext>
            </a:extLst>
          </p:cNvPr>
          <p:cNvSpPr>
            <a:spLocks noGrp="1"/>
          </p:cNvSpPr>
          <p:nvPr>
            <p:ph type="ftr" sz="quarter" idx="16"/>
          </p:nvPr>
        </p:nvSpPr>
        <p:spPr/>
        <p:txBody>
          <a:bodyPr/>
          <a:lstStyle/>
          <a:p>
            <a:endParaRPr lang="da-DK" dirty="0"/>
          </a:p>
        </p:txBody>
      </p:sp>
      <p:sp>
        <p:nvSpPr>
          <p:cNvPr id="13" name="Pladsholder til slidenummer 12">
            <a:extLst>
              <a:ext uri="{FF2B5EF4-FFF2-40B4-BE49-F238E27FC236}">
                <a16:creationId xmlns:a16="http://schemas.microsoft.com/office/drawing/2014/main" id="{0888B88B-D85B-D6AE-0DB8-C8B01E86916B}"/>
              </a:ext>
            </a:extLst>
          </p:cNvPr>
          <p:cNvSpPr>
            <a:spLocks noGrp="1"/>
          </p:cNvSpPr>
          <p:nvPr>
            <p:ph type="sldNum" sz="quarter" idx="17"/>
          </p:nvPr>
        </p:nvSpPr>
        <p:spPr/>
        <p:txBody>
          <a:bodyPr/>
          <a:lstStyle/>
          <a:p>
            <a:fld id="{23AA811B-2EBD-4900-905E-5BE206449611}" type="slidenum">
              <a:rPr lang="da-DK" smtClean="0"/>
              <a:pPr/>
              <a:t>16</a:t>
            </a:fld>
            <a:endParaRPr lang="da-DK" dirty="0"/>
          </a:p>
        </p:txBody>
      </p:sp>
      <p:pic>
        <p:nvPicPr>
          <p:cNvPr id="32" name="Pladsholder til billede 31" descr="Et billede, der indeholder sky, bil, loft, køretøj&#10;&#10;Indhold genereret af kunstig intelligens kan være forkert.">
            <a:extLst>
              <a:ext uri="{FF2B5EF4-FFF2-40B4-BE49-F238E27FC236}">
                <a16:creationId xmlns:a16="http://schemas.microsoft.com/office/drawing/2014/main" id="{8BB7C11B-273A-CAA3-9BE8-D518593085A1}"/>
              </a:ext>
            </a:extLst>
          </p:cNvPr>
          <p:cNvPicPr>
            <a:picLocks noGrp="1" noChangeAspect="1"/>
          </p:cNvPicPr>
          <p:nvPr>
            <p:ph type="pic" sz="quarter" idx="19"/>
          </p:nvPr>
        </p:nvPicPr>
        <p:blipFill>
          <a:blip r:embed="rId4"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3372429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ladsholder til billede 9" descr="Et billede, der indeholder udendørs, sky, sø, vand&#10;&#10;Indhold genereret af kunstig intelligens kan være forkert.">
            <a:extLst>
              <a:ext uri="{FF2B5EF4-FFF2-40B4-BE49-F238E27FC236}">
                <a16:creationId xmlns:a16="http://schemas.microsoft.com/office/drawing/2014/main" id="{E349DC22-1577-B39F-07FD-40BF857BAF14}"/>
              </a:ext>
            </a:extLst>
          </p:cNvPr>
          <p:cNvPicPr>
            <a:picLocks noGrp="1" noChangeAspect="1"/>
          </p:cNvPicPr>
          <p:nvPr>
            <p:ph type="pic" sz="quarter" idx="17"/>
          </p:nvPr>
        </p:nvPicPr>
        <p:blipFill>
          <a:blip r:embed="rId2" cstate="screen">
            <a:extLst>
              <a:ext uri="{28A0092B-C50C-407E-A947-70E740481C1C}">
                <a14:useLocalDpi xmlns:a14="http://schemas.microsoft.com/office/drawing/2010/main"/>
              </a:ext>
            </a:extLst>
          </a:blip>
          <a:srcRect/>
          <a:stretch>
            <a:fillRect/>
          </a:stretch>
        </p:blipFill>
        <p:spPr/>
      </p:pic>
      <p:sp>
        <p:nvSpPr>
          <p:cNvPr id="3" name="Pladsholder til tekst 2">
            <a:extLst>
              <a:ext uri="{FF2B5EF4-FFF2-40B4-BE49-F238E27FC236}">
                <a16:creationId xmlns:a16="http://schemas.microsoft.com/office/drawing/2014/main" id="{A6C6E35A-431C-F5CF-A4CC-210547BBED35}"/>
              </a:ext>
            </a:extLst>
          </p:cNvPr>
          <p:cNvSpPr>
            <a:spLocks noGrp="1"/>
          </p:cNvSpPr>
          <p:nvPr>
            <p:ph type="body" sz="quarter" idx="13"/>
          </p:nvPr>
        </p:nvSpPr>
        <p:spPr/>
        <p:txBody>
          <a:bodyPr/>
          <a:lstStyle/>
          <a:p>
            <a:r>
              <a:rPr lang="da-DK" dirty="0"/>
              <a:t>Vi accelererer fremtidens bæredygtige mobilitet - ved at inspirere alle til at vælge elbil.</a:t>
            </a:r>
          </a:p>
          <a:p>
            <a:pPr>
              <a:buNone/>
            </a:pPr>
            <a:r>
              <a:rPr lang="da-DK" dirty="0"/>
              <a:t> </a:t>
            </a:r>
          </a:p>
        </p:txBody>
      </p:sp>
      <p:sp>
        <p:nvSpPr>
          <p:cNvPr id="4" name="Pladsholder til dato 3">
            <a:extLst>
              <a:ext uri="{FF2B5EF4-FFF2-40B4-BE49-F238E27FC236}">
                <a16:creationId xmlns:a16="http://schemas.microsoft.com/office/drawing/2014/main" id="{B0B7C68F-A130-D8A5-CC6A-FAB5D7A206C7}"/>
              </a:ext>
            </a:extLst>
          </p:cNvPr>
          <p:cNvSpPr>
            <a:spLocks noGrp="1"/>
          </p:cNvSpPr>
          <p:nvPr>
            <p:ph type="dt" sz="half" idx="14"/>
          </p:nvPr>
        </p:nvSpPr>
        <p:spPr/>
        <p:txBody>
          <a:bodyPr/>
          <a:lstStyle/>
          <a:p>
            <a:fld id="{727BBD34-DD59-49E1-9776-D67684F06344}" type="datetime4">
              <a:rPr lang="da-DK" smtClean="0"/>
              <a:pPr/>
              <a:t>26-09-23</a:t>
            </a:fld>
            <a:endParaRPr lang="da-DK" dirty="0"/>
          </a:p>
        </p:txBody>
      </p:sp>
      <p:sp>
        <p:nvSpPr>
          <p:cNvPr id="5" name="Pladsholder til sidefod 4">
            <a:extLst>
              <a:ext uri="{FF2B5EF4-FFF2-40B4-BE49-F238E27FC236}">
                <a16:creationId xmlns:a16="http://schemas.microsoft.com/office/drawing/2014/main" id="{A65F3886-D2A3-A799-B88A-C0D26DDC186D}"/>
              </a:ext>
            </a:extLst>
          </p:cNvPr>
          <p:cNvSpPr>
            <a:spLocks noGrp="1"/>
          </p:cNvSpPr>
          <p:nvPr>
            <p:ph type="ftr" sz="quarter" idx="15"/>
          </p:nvPr>
        </p:nvSpPr>
        <p:spPr/>
        <p:txBody>
          <a:bodyPr/>
          <a:lstStyle/>
          <a:p>
            <a:endParaRPr lang="da-DK" dirty="0"/>
          </a:p>
        </p:txBody>
      </p:sp>
      <p:sp>
        <p:nvSpPr>
          <p:cNvPr id="6" name="Pladsholder til slidenummer 5">
            <a:extLst>
              <a:ext uri="{FF2B5EF4-FFF2-40B4-BE49-F238E27FC236}">
                <a16:creationId xmlns:a16="http://schemas.microsoft.com/office/drawing/2014/main" id="{FE63A528-8A4C-5927-80A7-895586E95E17}"/>
              </a:ext>
            </a:extLst>
          </p:cNvPr>
          <p:cNvSpPr>
            <a:spLocks noGrp="1"/>
          </p:cNvSpPr>
          <p:nvPr>
            <p:ph type="sldNum" sz="quarter" idx="16"/>
          </p:nvPr>
        </p:nvSpPr>
        <p:spPr/>
        <p:txBody>
          <a:bodyPr/>
          <a:lstStyle/>
          <a:p>
            <a:fld id="{23AA811B-2EBD-4900-905E-5BE206449611}" type="slidenum">
              <a:rPr lang="da-DK" smtClean="0"/>
              <a:pPr/>
              <a:t>17</a:t>
            </a:fld>
            <a:endParaRPr lang="da-DK" dirty="0"/>
          </a:p>
        </p:txBody>
      </p:sp>
      <p:sp>
        <p:nvSpPr>
          <p:cNvPr id="7" name="Pladsholder til tekst 6">
            <a:extLst>
              <a:ext uri="{FF2B5EF4-FFF2-40B4-BE49-F238E27FC236}">
                <a16:creationId xmlns:a16="http://schemas.microsoft.com/office/drawing/2014/main" id="{1EB0A1C3-0822-A3B6-F92F-C78290140CE8}"/>
              </a:ext>
            </a:extLst>
          </p:cNvPr>
          <p:cNvSpPr>
            <a:spLocks noGrp="1"/>
          </p:cNvSpPr>
          <p:nvPr>
            <p:ph type="body" sz="quarter" idx="20"/>
          </p:nvPr>
        </p:nvSpPr>
        <p:spPr/>
        <p:txBody>
          <a:bodyPr/>
          <a:lstStyle/>
          <a:p>
            <a:endParaRPr lang="da-DK" dirty="0"/>
          </a:p>
        </p:txBody>
      </p:sp>
      <p:sp>
        <p:nvSpPr>
          <p:cNvPr id="8" name="Pladsholder til tekst 7">
            <a:extLst>
              <a:ext uri="{FF2B5EF4-FFF2-40B4-BE49-F238E27FC236}">
                <a16:creationId xmlns:a16="http://schemas.microsoft.com/office/drawing/2014/main" id="{B6738646-9DC4-82E1-008D-F977E108676F}"/>
              </a:ext>
            </a:extLst>
          </p:cNvPr>
          <p:cNvSpPr>
            <a:spLocks noGrp="1"/>
          </p:cNvSpPr>
          <p:nvPr>
            <p:ph type="body" sz="quarter" idx="21"/>
          </p:nvPr>
        </p:nvSpPr>
        <p:spPr/>
        <p:txBody>
          <a:bodyPr/>
          <a:lstStyle/>
          <a:p>
            <a:endParaRPr lang="da-DK"/>
          </a:p>
        </p:txBody>
      </p:sp>
    </p:spTree>
    <p:extLst>
      <p:ext uri="{BB962C8B-B14F-4D97-AF65-F5344CB8AC3E}">
        <p14:creationId xmlns:p14="http://schemas.microsoft.com/office/powerpoint/2010/main" val="2733921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63DC5-6204-F913-6AD2-501CBAD2C8F4}"/>
            </a:ext>
          </a:extLst>
        </p:cNvPr>
        <p:cNvGrpSpPr/>
        <p:nvPr/>
      </p:nvGrpSpPr>
      <p:grpSpPr>
        <a:xfrm>
          <a:off x="0" y="0"/>
          <a:ext cx="0" cy="0"/>
          <a:chOff x="0" y="0"/>
          <a:chExt cx="0" cy="0"/>
        </a:xfrm>
      </p:grpSpPr>
      <p:pic>
        <p:nvPicPr>
          <p:cNvPr id="7" name="Billede 6" descr="Et billede, der indeholder skitse, diagram, Plan, design&#10;&#10;Indhold genereret af kunstig intelligens kan være forkert.">
            <a:extLst>
              <a:ext uri="{FF2B5EF4-FFF2-40B4-BE49-F238E27FC236}">
                <a16:creationId xmlns:a16="http://schemas.microsoft.com/office/drawing/2014/main" id="{A40F2B29-EE8B-1AE2-E0D7-F165679542A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6597" y="352461"/>
            <a:ext cx="10938806" cy="6153078"/>
          </a:xfrm>
          <a:prstGeom prst="rect">
            <a:avLst/>
          </a:prstGeom>
        </p:spPr>
      </p:pic>
      <p:sp>
        <p:nvSpPr>
          <p:cNvPr id="2" name="Titel 1">
            <a:extLst>
              <a:ext uri="{FF2B5EF4-FFF2-40B4-BE49-F238E27FC236}">
                <a16:creationId xmlns:a16="http://schemas.microsoft.com/office/drawing/2014/main" id="{CA993464-5212-9169-6D95-1F06DABDCDE9}"/>
              </a:ext>
            </a:extLst>
          </p:cNvPr>
          <p:cNvSpPr>
            <a:spLocks noGrp="1"/>
          </p:cNvSpPr>
          <p:nvPr>
            <p:ph type="title"/>
          </p:nvPr>
        </p:nvSpPr>
        <p:spPr/>
        <p:txBody>
          <a:bodyPr/>
          <a:lstStyle/>
          <a:p>
            <a:r>
              <a:rPr lang="da-DK" dirty="0"/>
              <a:t>Et univers af opladning</a:t>
            </a:r>
          </a:p>
        </p:txBody>
      </p:sp>
      <p:sp>
        <p:nvSpPr>
          <p:cNvPr id="3" name="Pladsholder til dato 2">
            <a:extLst>
              <a:ext uri="{FF2B5EF4-FFF2-40B4-BE49-F238E27FC236}">
                <a16:creationId xmlns:a16="http://schemas.microsoft.com/office/drawing/2014/main" id="{CEB51511-03B8-48D4-1214-DFAFD514F3E3}"/>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Pladsholder til sidefod 3">
            <a:extLst>
              <a:ext uri="{FF2B5EF4-FFF2-40B4-BE49-F238E27FC236}">
                <a16:creationId xmlns:a16="http://schemas.microsoft.com/office/drawing/2014/main" id="{AA227866-16E4-0CCD-E564-7925DD79BB2F}"/>
              </a:ext>
            </a:extLst>
          </p:cNvPr>
          <p:cNvSpPr>
            <a:spLocks noGrp="1"/>
          </p:cNvSpPr>
          <p:nvPr>
            <p:ph type="ftr" sz="quarter" idx="11"/>
          </p:nvPr>
        </p:nvSpPr>
        <p:spPr/>
        <p:txBody>
          <a:bodyPr/>
          <a:lstStyle/>
          <a:p>
            <a:endParaRPr lang="da-DK" dirty="0"/>
          </a:p>
        </p:txBody>
      </p:sp>
      <p:sp>
        <p:nvSpPr>
          <p:cNvPr id="5" name="Pladsholder til slidenummer 4">
            <a:extLst>
              <a:ext uri="{FF2B5EF4-FFF2-40B4-BE49-F238E27FC236}">
                <a16:creationId xmlns:a16="http://schemas.microsoft.com/office/drawing/2014/main" id="{24CB4CC1-C532-AA2E-1A40-6E431F12DB3A}"/>
              </a:ext>
            </a:extLst>
          </p:cNvPr>
          <p:cNvSpPr>
            <a:spLocks noGrp="1"/>
          </p:cNvSpPr>
          <p:nvPr>
            <p:ph type="sldNum" sz="quarter" idx="12"/>
          </p:nvPr>
        </p:nvSpPr>
        <p:spPr/>
        <p:txBody>
          <a:bodyPr/>
          <a:lstStyle/>
          <a:p>
            <a:fld id="{23AA811B-2EBD-4900-905E-5BE206449611}" type="slidenum">
              <a:rPr lang="da-DK" smtClean="0"/>
              <a:pPr/>
              <a:t>18</a:t>
            </a:fld>
            <a:endParaRPr lang="da-DK" dirty="0"/>
          </a:p>
        </p:txBody>
      </p:sp>
    </p:spTree>
    <p:extLst>
      <p:ext uri="{BB962C8B-B14F-4D97-AF65-F5344CB8AC3E}">
        <p14:creationId xmlns:p14="http://schemas.microsoft.com/office/powerpoint/2010/main" val="2557375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lede 6" descr="Et billede, der indeholder skærmbillede, Font/skrifttype, tekst, diagram&#10;&#10;Indhold genereret af kunstig intelligens kan være forkert.">
            <a:extLst>
              <a:ext uri="{FF2B5EF4-FFF2-40B4-BE49-F238E27FC236}">
                <a16:creationId xmlns:a16="http://schemas.microsoft.com/office/drawing/2014/main" id="{B9DB8908-5AFB-4A5C-A039-8C19B49B0C9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7131" y="395288"/>
            <a:ext cx="10783710" cy="6065837"/>
          </a:xfrm>
          <a:prstGeom prst="rect">
            <a:avLst/>
          </a:prstGeom>
        </p:spPr>
      </p:pic>
      <p:sp>
        <p:nvSpPr>
          <p:cNvPr id="2" name="Titel 1">
            <a:extLst>
              <a:ext uri="{FF2B5EF4-FFF2-40B4-BE49-F238E27FC236}">
                <a16:creationId xmlns:a16="http://schemas.microsoft.com/office/drawing/2014/main" id="{E99CD445-C3E2-AEC7-E7A1-36614BAAC0AF}"/>
              </a:ext>
            </a:extLst>
          </p:cNvPr>
          <p:cNvSpPr>
            <a:spLocks noGrp="1"/>
          </p:cNvSpPr>
          <p:nvPr>
            <p:ph type="title"/>
          </p:nvPr>
        </p:nvSpPr>
        <p:spPr/>
        <p:txBody>
          <a:bodyPr/>
          <a:lstStyle/>
          <a:p>
            <a:r>
              <a:rPr lang="da-DK" dirty="0"/>
              <a:t>Et univers af opladning</a:t>
            </a:r>
          </a:p>
        </p:txBody>
      </p:sp>
      <p:sp>
        <p:nvSpPr>
          <p:cNvPr id="3" name="Pladsholder til dato 2">
            <a:extLst>
              <a:ext uri="{FF2B5EF4-FFF2-40B4-BE49-F238E27FC236}">
                <a16:creationId xmlns:a16="http://schemas.microsoft.com/office/drawing/2014/main" id="{2749654D-88F5-E7A9-22BE-0DFFA073F276}"/>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Pladsholder til sidefod 3">
            <a:extLst>
              <a:ext uri="{FF2B5EF4-FFF2-40B4-BE49-F238E27FC236}">
                <a16:creationId xmlns:a16="http://schemas.microsoft.com/office/drawing/2014/main" id="{A3C3CC07-6704-EB63-2407-57C36FB8F128}"/>
              </a:ext>
            </a:extLst>
          </p:cNvPr>
          <p:cNvSpPr>
            <a:spLocks noGrp="1"/>
          </p:cNvSpPr>
          <p:nvPr>
            <p:ph type="ftr" sz="quarter" idx="11"/>
          </p:nvPr>
        </p:nvSpPr>
        <p:spPr/>
        <p:txBody>
          <a:bodyPr/>
          <a:lstStyle/>
          <a:p>
            <a:endParaRPr lang="da-DK" dirty="0"/>
          </a:p>
        </p:txBody>
      </p:sp>
      <p:sp>
        <p:nvSpPr>
          <p:cNvPr id="5" name="Pladsholder til slidenummer 4">
            <a:extLst>
              <a:ext uri="{FF2B5EF4-FFF2-40B4-BE49-F238E27FC236}">
                <a16:creationId xmlns:a16="http://schemas.microsoft.com/office/drawing/2014/main" id="{07071DA2-A557-6BD0-181D-BCD3FE17A143}"/>
              </a:ext>
            </a:extLst>
          </p:cNvPr>
          <p:cNvSpPr>
            <a:spLocks noGrp="1"/>
          </p:cNvSpPr>
          <p:nvPr>
            <p:ph type="sldNum" sz="quarter" idx="12"/>
          </p:nvPr>
        </p:nvSpPr>
        <p:spPr/>
        <p:txBody>
          <a:bodyPr/>
          <a:lstStyle/>
          <a:p>
            <a:fld id="{23AA811B-2EBD-4900-905E-5BE206449611}" type="slidenum">
              <a:rPr lang="da-DK" smtClean="0"/>
              <a:pPr/>
              <a:t>19</a:t>
            </a:fld>
            <a:endParaRPr lang="da-DK" dirty="0"/>
          </a:p>
        </p:txBody>
      </p:sp>
    </p:spTree>
    <p:extLst>
      <p:ext uri="{BB962C8B-B14F-4D97-AF65-F5344CB8AC3E}">
        <p14:creationId xmlns:p14="http://schemas.microsoft.com/office/powerpoint/2010/main" val="1431562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D14CE7-3134-CCBE-598D-EA6075F0CDCA}"/>
              </a:ext>
            </a:extLst>
          </p:cNvPr>
          <p:cNvSpPr>
            <a:spLocks noGrp="1"/>
          </p:cNvSpPr>
          <p:nvPr>
            <p:ph type="title"/>
          </p:nvPr>
        </p:nvSpPr>
        <p:spPr/>
        <p:txBody>
          <a:bodyPr/>
          <a:lstStyle/>
          <a:p>
            <a:r>
              <a:rPr lang="da-DK" dirty="0"/>
              <a:t>Nem opladning til din elbil</a:t>
            </a:r>
          </a:p>
        </p:txBody>
      </p:sp>
      <p:sp>
        <p:nvSpPr>
          <p:cNvPr id="3" name="Pladsholder til dato 2">
            <a:extLst>
              <a:ext uri="{FF2B5EF4-FFF2-40B4-BE49-F238E27FC236}">
                <a16:creationId xmlns:a16="http://schemas.microsoft.com/office/drawing/2014/main" id="{7F015CE7-8371-6C5B-D643-278F64271A20}"/>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Pladsholder til sidefod 3">
            <a:extLst>
              <a:ext uri="{FF2B5EF4-FFF2-40B4-BE49-F238E27FC236}">
                <a16:creationId xmlns:a16="http://schemas.microsoft.com/office/drawing/2014/main" id="{0B2D985D-25D1-3E64-54E3-B57F3DE5FEA4}"/>
              </a:ext>
            </a:extLst>
          </p:cNvPr>
          <p:cNvSpPr>
            <a:spLocks noGrp="1"/>
          </p:cNvSpPr>
          <p:nvPr>
            <p:ph type="ftr" sz="quarter" idx="11"/>
          </p:nvPr>
        </p:nvSpPr>
        <p:spPr/>
        <p:txBody>
          <a:bodyPr/>
          <a:lstStyle/>
          <a:p>
            <a:endParaRPr lang="da-DK" dirty="0"/>
          </a:p>
        </p:txBody>
      </p:sp>
      <p:sp>
        <p:nvSpPr>
          <p:cNvPr id="5" name="Pladsholder til slidenummer 4">
            <a:extLst>
              <a:ext uri="{FF2B5EF4-FFF2-40B4-BE49-F238E27FC236}">
                <a16:creationId xmlns:a16="http://schemas.microsoft.com/office/drawing/2014/main" id="{DE0D8107-3E61-5420-26BC-1A9328DF8E6E}"/>
              </a:ext>
            </a:extLst>
          </p:cNvPr>
          <p:cNvSpPr>
            <a:spLocks noGrp="1"/>
          </p:cNvSpPr>
          <p:nvPr>
            <p:ph type="sldNum" sz="quarter" idx="12"/>
          </p:nvPr>
        </p:nvSpPr>
        <p:spPr/>
        <p:txBody>
          <a:bodyPr/>
          <a:lstStyle/>
          <a:p>
            <a:fld id="{23AA811B-2EBD-4900-905E-5BE206449611}" type="slidenum">
              <a:rPr lang="da-DK" smtClean="0"/>
              <a:pPr/>
              <a:t>20</a:t>
            </a:fld>
            <a:endParaRPr lang="da-DK" dirty="0"/>
          </a:p>
        </p:txBody>
      </p:sp>
      <p:sp>
        <p:nvSpPr>
          <p:cNvPr id="10" name="Pladsholder til indhold 9">
            <a:extLst>
              <a:ext uri="{FF2B5EF4-FFF2-40B4-BE49-F238E27FC236}">
                <a16:creationId xmlns:a16="http://schemas.microsoft.com/office/drawing/2014/main" id="{058CBD85-AB3F-F85C-4A23-66D8873DFBB9}"/>
              </a:ext>
            </a:extLst>
          </p:cNvPr>
          <p:cNvSpPr>
            <a:spLocks noGrp="1"/>
          </p:cNvSpPr>
          <p:nvPr>
            <p:ph idx="21"/>
          </p:nvPr>
        </p:nvSpPr>
        <p:spPr/>
        <p:txBody>
          <a:bodyPr/>
          <a:lstStyle/>
          <a:p>
            <a:r>
              <a:rPr lang="da-DK" dirty="0" err="1"/>
              <a:t>Clever</a:t>
            </a:r>
            <a:r>
              <a:rPr lang="da-DK" dirty="0"/>
              <a:t> er frihed. Frihed til at komme væk fra det hele. Og hele vejen hjem.</a:t>
            </a:r>
          </a:p>
        </p:txBody>
      </p:sp>
      <p:sp>
        <p:nvSpPr>
          <p:cNvPr id="11" name="Pladsholder til indhold 10">
            <a:extLst>
              <a:ext uri="{FF2B5EF4-FFF2-40B4-BE49-F238E27FC236}">
                <a16:creationId xmlns:a16="http://schemas.microsoft.com/office/drawing/2014/main" id="{01491289-9557-91AE-F179-3D3F165278EE}"/>
              </a:ext>
            </a:extLst>
          </p:cNvPr>
          <p:cNvSpPr>
            <a:spLocks noGrp="1"/>
          </p:cNvSpPr>
          <p:nvPr>
            <p:ph idx="22"/>
          </p:nvPr>
        </p:nvSpPr>
        <p:spPr/>
        <p:txBody>
          <a:bodyPr>
            <a:normAutofit/>
          </a:bodyPr>
          <a:lstStyle/>
          <a:p>
            <a:r>
              <a:rPr lang="da-DK" dirty="0"/>
              <a:t>Friheden</a:t>
            </a:r>
          </a:p>
        </p:txBody>
      </p:sp>
      <p:sp>
        <p:nvSpPr>
          <p:cNvPr id="12" name="Pladsholder til indhold 11">
            <a:extLst>
              <a:ext uri="{FF2B5EF4-FFF2-40B4-BE49-F238E27FC236}">
                <a16:creationId xmlns:a16="http://schemas.microsoft.com/office/drawing/2014/main" id="{10F80F09-3983-F719-59C5-1839BD9545A3}"/>
              </a:ext>
            </a:extLst>
          </p:cNvPr>
          <p:cNvSpPr>
            <a:spLocks noGrp="1"/>
          </p:cNvSpPr>
          <p:nvPr>
            <p:ph idx="23"/>
          </p:nvPr>
        </p:nvSpPr>
        <p:spPr/>
        <p:txBody>
          <a:bodyPr/>
          <a:lstStyle/>
          <a:p>
            <a:r>
              <a:rPr lang="da-DK" dirty="0" err="1"/>
              <a:t>Clever</a:t>
            </a:r>
            <a:r>
              <a:rPr lang="da-DK" dirty="0"/>
              <a:t> er frihed. Frihed til at komme væk fra det hele. Og hele vejen hjem.</a:t>
            </a:r>
          </a:p>
        </p:txBody>
      </p:sp>
      <p:sp>
        <p:nvSpPr>
          <p:cNvPr id="13" name="Pladsholder til indhold 12">
            <a:extLst>
              <a:ext uri="{FF2B5EF4-FFF2-40B4-BE49-F238E27FC236}">
                <a16:creationId xmlns:a16="http://schemas.microsoft.com/office/drawing/2014/main" id="{E0DD9751-709A-3B09-1E84-E385DE15E861}"/>
              </a:ext>
            </a:extLst>
          </p:cNvPr>
          <p:cNvSpPr>
            <a:spLocks noGrp="1"/>
          </p:cNvSpPr>
          <p:nvPr>
            <p:ph idx="24"/>
          </p:nvPr>
        </p:nvSpPr>
        <p:spPr/>
        <p:txBody>
          <a:bodyPr>
            <a:normAutofit/>
          </a:bodyPr>
          <a:lstStyle/>
          <a:p>
            <a:r>
              <a:rPr lang="da-DK" dirty="0"/>
              <a:t>På</a:t>
            </a:r>
          </a:p>
        </p:txBody>
      </p:sp>
      <p:sp>
        <p:nvSpPr>
          <p:cNvPr id="14" name="Pladsholder til indhold 13">
            <a:extLst>
              <a:ext uri="{FF2B5EF4-FFF2-40B4-BE49-F238E27FC236}">
                <a16:creationId xmlns:a16="http://schemas.microsoft.com/office/drawing/2014/main" id="{A0A55023-A37F-C391-C753-3A98FB150738}"/>
              </a:ext>
            </a:extLst>
          </p:cNvPr>
          <p:cNvSpPr>
            <a:spLocks noGrp="1"/>
          </p:cNvSpPr>
          <p:nvPr>
            <p:ph idx="25"/>
          </p:nvPr>
        </p:nvSpPr>
        <p:spPr/>
        <p:txBody>
          <a:bodyPr/>
          <a:lstStyle/>
          <a:p>
            <a:r>
              <a:rPr lang="da-DK" dirty="0" err="1"/>
              <a:t>Clever</a:t>
            </a:r>
            <a:r>
              <a:rPr lang="da-DK" dirty="0"/>
              <a:t> er frihed. Frihed til at komme væk fra det hele. Og hele vejen hjem.</a:t>
            </a:r>
          </a:p>
        </p:txBody>
      </p:sp>
      <p:sp>
        <p:nvSpPr>
          <p:cNvPr id="15" name="Pladsholder til indhold 14">
            <a:extLst>
              <a:ext uri="{FF2B5EF4-FFF2-40B4-BE49-F238E27FC236}">
                <a16:creationId xmlns:a16="http://schemas.microsoft.com/office/drawing/2014/main" id="{A64F2626-C4E3-6FEF-EC71-C8432031DC08}"/>
              </a:ext>
            </a:extLst>
          </p:cNvPr>
          <p:cNvSpPr>
            <a:spLocks noGrp="1"/>
          </p:cNvSpPr>
          <p:nvPr>
            <p:ph idx="26"/>
          </p:nvPr>
        </p:nvSpPr>
        <p:spPr/>
        <p:txBody>
          <a:bodyPr>
            <a:normAutofit/>
          </a:bodyPr>
          <a:lstStyle/>
          <a:p>
            <a:r>
              <a:rPr lang="da-DK" dirty="0"/>
              <a:t>Farten</a:t>
            </a:r>
          </a:p>
        </p:txBody>
      </p:sp>
    </p:spTree>
    <p:extLst>
      <p:ext uri="{BB962C8B-B14F-4D97-AF65-F5344CB8AC3E}">
        <p14:creationId xmlns:p14="http://schemas.microsoft.com/office/powerpoint/2010/main" val="1516687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9CB5D46B-0D45-09AC-3C5D-6C5358689A42}"/>
              </a:ext>
            </a:extLst>
          </p:cNvPr>
          <p:cNvSpPr>
            <a:spLocks noGrp="1"/>
          </p:cNvSpPr>
          <p:nvPr>
            <p:ph type="title"/>
          </p:nvPr>
        </p:nvSpPr>
        <p:spPr/>
        <p:txBody>
          <a:bodyPr/>
          <a:lstStyle/>
          <a:p>
            <a:r>
              <a:rPr lang="da-DK" dirty="0"/>
              <a:t>Nem opladning til din elbil</a:t>
            </a:r>
          </a:p>
        </p:txBody>
      </p:sp>
      <p:sp>
        <p:nvSpPr>
          <p:cNvPr id="3" name="Pladsholder til dato 2">
            <a:extLst>
              <a:ext uri="{FF2B5EF4-FFF2-40B4-BE49-F238E27FC236}">
                <a16:creationId xmlns:a16="http://schemas.microsoft.com/office/drawing/2014/main" id="{497D6B22-89DD-35C0-B0C5-8FD02534F87A}"/>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Pladsholder til sidefod 3">
            <a:extLst>
              <a:ext uri="{FF2B5EF4-FFF2-40B4-BE49-F238E27FC236}">
                <a16:creationId xmlns:a16="http://schemas.microsoft.com/office/drawing/2014/main" id="{5EA9A79C-8B58-88A8-3922-921D141330CF}"/>
              </a:ext>
            </a:extLst>
          </p:cNvPr>
          <p:cNvSpPr>
            <a:spLocks noGrp="1"/>
          </p:cNvSpPr>
          <p:nvPr>
            <p:ph type="ftr" sz="quarter" idx="11"/>
          </p:nvPr>
        </p:nvSpPr>
        <p:spPr/>
        <p:txBody>
          <a:bodyPr/>
          <a:lstStyle/>
          <a:p>
            <a:endParaRPr lang="da-DK" dirty="0"/>
          </a:p>
        </p:txBody>
      </p:sp>
      <p:sp>
        <p:nvSpPr>
          <p:cNvPr id="5" name="Pladsholder til slidenummer 4">
            <a:extLst>
              <a:ext uri="{FF2B5EF4-FFF2-40B4-BE49-F238E27FC236}">
                <a16:creationId xmlns:a16="http://schemas.microsoft.com/office/drawing/2014/main" id="{F17A561B-69E2-B528-60D4-E7454538F6C6}"/>
              </a:ext>
            </a:extLst>
          </p:cNvPr>
          <p:cNvSpPr>
            <a:spLocks noGrp="1"/>
          </p:cNvSpPr>
          <p:nvPr>
            <p:ph type="sldNum" sz="quarter" idx="12"/>
          </p:nvPr>
        </p:nvSpPr>
        <p:spPr/>
        <p:txBody>
          <a:bodyPr/>
          <a:lstStyle/>
          <a:p>
            <a:fld id="{23AA811B-2EBD-4900-905E-5BE206449611}" type="slidenum">
              <a:rPr lang="da-DK" smtClean="0"/>
              <a:pPr/>
              <a:t>21</a:t>
            </a:fld>
            <a:endParaRPr lang="da-DK" dirty="0"/>
          </a:p>
        </p:txBody>
      </p:sp>
      <p:sp>
        <p:nvSpPr>
          <p:cNvPr id="13" name="Pladsholder til indhold 12">
            <a:extLst>
              <a:ext uri="{FF2B5EF4-FFF2-40B4-BE49-F238E27FC236}">
                <a16:creationId xmlns:a16="http://schemas.microsoft.com/office/drawing/2014/main" id="{9DF7F0FC-EBE4-AA60-4FC5-C1386610DEB1}"/>
              </a:ext>
            </a:extLst>
          </p:cNvPr>
          <p:cNvSpPr>
            <a:spLocks noGrp="1"/>
          </p:cNvSpPr>
          <p:nvPr>
            <p:ph idx="1"/>
          </p:nvPr>
        </p:nvSpPr>
        <p:spPr/>
        <p:txBody>
          <a:bodyPr/>
          <a:lstStyle/>
          <a:p>
            <a:r>
              <a:rPr lang="da-DK" dirty="0"/>
              <a:t>Opladninger</a:t>
            </a:r>
          </a:p>
        </p:txBody>
      </p:sp>
      <p:sp>
        <p:nvSpPr>
          <p:cNvPr id="14" name="Pladsholder til indhold 13">
            <a:extLst>
              <a:ext uri="{FF2B5EF4-FFF2-40B4-BE49-F238E27FC236}">
                <a16:creationId xmlns:a16="http://schemas.microsoft.com/office/drawing/2014/main" id="{7DA1C742-D6DA-B2ED-D3F6-58420F188726}"/>
              </a:ext>
            </a:extLst>
          </p:cNvPr>
          <p:cNvSpPr>
            <a:spLocks noGrp="1"/>
          </p:cNvSpPr>
          <p:nvPr>
            <p:ph idx="16"/>
          </p:nvPr>
        </p:nvSpPr>
        <p:spPr/>
        <p:txBody>
          <a:bodyPr>
            <a:normAutofit/>
          </a:bodyPr>
          <a:lstStyle/>
          <a:p>
            <a:r>
              <a:rPr lang="da-DK" dirty="0"/>
              <a:t>388</a:t>
            </a:r>
          </a:p>
        </p:txBody>
      </p:sp>
      <p:sp>
        <p:nvSpPr>
          <p:cNvPr id="15" name="Pladsholder til indhold 14">
            <a:extLst>
              <a:ext uri="{FF2B5EF4-FFF2-40B4-BE49-F238E27FC236}">
                <a16:creationId xmlns:a16="http://schemas.microsoft.com/office/drawing/2014/main" id="{07260D2B-2CD8-EDEF-A042-C8D3EBB8631C}"/>
              </a:ext>
            </a:extLst>
          </p:cNvPr>
          <p:cNvSpPr>
            <a:spLocks noGrp="1"/>
          </p:cNvSpPr>
          <p:nvPr>
            <p:ph idx="17"/>
          </p:nvPr>
        </p:nvSpPr>
        <p:spPr/>
        <p:txBody>
          <a:bodyPr/>
          <a:lstStyle/>
          <a:p>
            <a:r>
              <a:rPr lang="da-DK" dirty="0"/>
              <a:t>Elbiler</a:t>
            </a:r>
          </a:p>
        </p:txBody>
      </p:sp>
      <p:sp>
        <p:nvSpPr>
          <p:cNvPr id="16" name="Pladsholder til indhold 15">
            <a:extLst>
              <a:ext uri="{FF2B5EF4-FFF2-40B4-BE49-F238E27FC236}">
                <a16:creationId xmlns:a16="http://schemas.microsoft.com/office/drawing/2014/main" id="{F8CFC7E3-5B49-8B17-8274-9C97B88A418F}"/>
              </a:ext>
            </a:extLst>
          </p:cNvPr>
          <p:cNvSpPr>
            <a:spLocks noGrp="1"/>
          </p:cNvSpPr>
          <p:nvPr>
            <p:ph idx="18"/>
          </p:nvPr>
        </p:nvSpPr>
        <p:spPr/>
        <p:txBody>
          <a:bodyPr>
            <a:normAutofit/>
          </a:bodyPr>
          <a:lstStyle/>
          <a:p>
            <a:r>
              <a:rPr lang="da-DK" dirty="0"/>
              <a:t>465</a:t>
            </a:r>
          </a:p>
        </p:txBody>
      </p:sp>
      <p:sp>
        <p:nvSpPr>
          <p:cNvPr id="17" name="Pladsholder til indhold 16">
            <a:extLst>
              <a:ext uri="{FF2B5EF4-FFF2-40B4-BE49-F238E27FC236}">
                <a16:creationId xmlns:a16="http://schemas.microsoft.com/office/drawing/2014/main" id="{33D2E707-8A90-59D5-8B34-3752E116B257}"/>
              </a:ext>
            </a:extLst>
          </p:cNvPr>
          <p:cNvSpPr>
            <a:spLocks noGrp="1"/>
          </p:cNvSpPr>
          <p:nvPr>
            <p:ph idx="19"/>
          </p:nvPr>
        </p:nvSpPr>
        <p:spPr/>
        <p:txBody>
          <a:bodyPr/>
          <a:lstStyle/>
          <a:p>
            <a:r>
              <a:rPr lang="da-DK" dirty="0"/>
              <a:t>Kunder</a:t>
            </a:r>
          </a:p>
        </p:txBody>
      </p:sp>
      <p:sp>
        <p:nvSpPr>
          <p:cNvPr id="18" name="Pladsholder til indhold 17">
            <a:extLst>
              <a:ext uri="{FF2B5EF4-FFF2-40B4-BE49-F238E27FC236}">
                <a16:creationId xmlns:a16="http://schemas.microsoft.com/office/drawing/2014/main" id="{A8C6AD37-BA8B-D9C3-3254-9551D7E20B1F}"/>
              </a:ext>
            </a:extLst>
          </p:cNvPr>
          <p:cNvSpPr>
            <a:spLocks noGrp="1"/>
          </p:cNvSpPr>
          <p:nvPr>
            <p:ph idx="20"/>
          </p:nvPr>
        </p:nvSpPr>
        <p:spPr/>
        <p:txBody>
          <a:bodyPr>
            <a:normAutofit/>
          </a:bodyPr>
          <a:lstStyle/>
          <a:p>
            <a:r>
              <a:rPr lang="da-DK" dirty="0"/>
              <a:t>234</a:t>
            </a:r>
          </a:p>
        </p:txBody>
      </p:sp>
      <p:sp>
        <p:nvSpPr>
          <p:cNvPr id="19" name="Pladsholder til indhold 18">
            <a:extLst>
              <a:ext uri="{FF2B5EF4-FFF2-40B4-BE49-F238E27FC236}">
                <a16:creationId xmlns:a16="http://schemas.microsoft.com/office/drawing/2014/main" id="{7B26513E-957F-D882-C7C9-1659CA803D67}"/>
              </a:ext>
            </a:extLst>
          </p:cNvPr>
          <p:cNvSpPr>
            <a:spLocks noGrp="1"/>
          </p:cNvSpPr>
          <p:nvPr>
            <p:ph idx="21"/>
          </p:nvPr>
        </p:nvSpPr>
        <p:spPr/>
        <p:txBody>
          <a:bodyPr/>
          <a:lstStyle/>
          <a:p>
            <a:r>
              <a:rPr lang="da-DK" dirty="0" err="1"/>
              <a:t>Ladebokse</a:t>
            </a:r>
            <a:endParaRPr lang="da-DK" dirty="0"/>
          </a:p>
        </p:txBody>
      </p:sp>
      <p:sp>
        <p:nvSpPr>
          <p:cNvPr id="20" name="Pladsholder til indhold 19">
            <a:extLst>
              <a:ext uri="{FF2B5EF4-FFF2-40B4-BE49-F238E27FC236}">
                <a16:creationId xmlns:a16="http://schemas.microsoft.com/office/drawing/2014/main" id="{3826FCC8-A768-353E-50B5-E8E23FEE5A84}"/>
              </a:ext>
            </a:extLst>
          </p:cNvPr>
          <p:cNvSpPr>
            <a:spLocks noGrp="1"/>
          </p:cNvSpPr>
          <p:nvPr>
            <p:ph idx="22"/>
          </p:nvPr>
        </p:nvSpPr>
        <p:spPr/>
        <p:txBody>
          <a:bodyPr>
            <a:normAutofit/>
          </a:bodyPr>
          <a:lstStyle/>
          <a:p>
            <a:r>
              <a:rPr lang="da-DK" dirty="0"/>
              <a:t>1000</a:t>
            </a:r>
          </a:p>
        </p:txBody>
      </p:sp>
    </p:spTree>
    <p:extLst>
      <p:ext uri="{BB962C8B-B14F-4D97-AF65-F5344CB8AC3E}">
        <p14:creationId xmlns:p14="http://schemas.microsoft.com/office/powerpoint/2010/main" val="1768153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5B1E4-7282-CECF-B50B-AD5A2CFC674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75EF0FC-8781-A83B-1D38-4E967108A1A5}"/>
              </a:ext>
            </a:extLst>
          </p:cNvPr>
          <p:cNvSpPr>
            <a:spLocks noGrp="1"/>
          </p:cNvSpPr>
          <p:nvPr>
            <p:ph type="title"/>
          </p:nvPr>
        </p:nvSpPr>
        <p:spPr/>
        <p:txBody>
          <a:bodyPr/>
          <a:lstStyle/>
          <a:p>
            <a:r>
              <a:rPr lang="da-DK" dirty="0"/>
              <a:t>Infografik</a:t>
            </a:r>
          </a:p>
        </p:txBody>
      </p:sp>
      <p:sp>
        <p:nvSpPr>
          <p:cNvPr id="3" name="Pladsholder til dato 2">
            <a:extLst>
              <a:ext uri="{FF2B5EF4-FFF2-40B4-BE49-F238E27FC236}">
                <a16:creationId xmlns:a16="http://schemas.microsoft.com/office/drawing/2014/main" id="{237A6602-B779-49B3-99E7-32C0F4A64E9B}"/>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Pladsholder til sidefod 3">
            <a:extLst>
              <a:ext uri="{FF2B5EF4-FFF2-40B4-BE49-F238E27FC236}">
                <a16:creationId xmlns:a16="http://schemas.microsoft.com/office/drawing/2014/main" id="{373EAE3D-8334-1D24-D880-237EE9B9DCF4}"/>
              </a:ext>
            </a:extLst>
          </p:cNvPr>
          <p:cNvSpPr>
            <a:spLocks noGrp="1"/>
          </p:cNvSpPr>
          <p:nvPr>
            <p:ph type="ftr" sz="quarter" idx="11"/>
          </p:nvPr>
        </p:nvSpPr>
        <p:spPr/>
        <p:txBody>
          <a:bodyPr/>
          <a:lstStyle/>
          <a:p>
            <a:endParaRPr lang="da-DK" dirty="0"/>
          </a:p>
        </p:txBody>
      </p:sp>
      <p:sp>
        <p:nvSpPr>
          <p:cNvPr id="5" name="Pladsholder til slidenummer 4">
            <a:extLst>
              <a:ext uri="{FF2B5EF4-FFF2-40B4-BE49-F238E27FC236}">
                <a16:creationId xmlns:a16="http://schemas.microsoft.com/office/drawing/2014/main" id="{99CCE9A5-17EB-21F8-0B75-17AB2018D2CD}"/>
              </a:ext>
            </a:extLst>
          </p:cNvPr>
          <p:cNvSpPr>
            <a:spLocks noGrp="1"/>
          </p:cNvSpPr>
          <p:nvPr>
            <p:ph type="sldNum" sz="quarter" idx="12"/>
          </p:nvPr>
        </p:nvSpPr>
        <p:spPr/>
        <p:txBody>
          <a:bodyPr/>
          <a:lstStyle/>
          <a:p>
            <a:fld id="{23AA811B-2EBD-4900-905E-5BE206449611}" type="slidenum">
              <a:rPr lang="da-DK" smtClean="0"/>
              <a:pPr/>
              <a:t>22</a:t>
            </a:fld>
            <a:endParaRPr lang="da-DK" dirty="0"/>
          </a:p>
        </p:txBody>
      </p:sp>
      <p:graphicFrame>
        <p:nvGraphicFramePr>
          <p:cNvPr id="6" name="Diagram 5">
            <a:extLst>
              <a:ext uri="{FF2B5EF4-FFF2-40B4-BE49-F238E27FC236}">
                <a16:creationId xmlns:a16="http://schemas.microsoft.com/office/drawing/2014/main" id="{EC6CD777-DBC3-9472-60A6-5D6FC0995AC6}"/>
              </a:ext>
            </a:extLst>
          </p:cNvPr>
          <p:cNvGraphicFramePr/>
          <p:nvPr>
            <p:extLst>
              <p:ext uri="{D42A27DB-BD31-4B8C-83A1-F6EECF244321}">
                <p14:modId xmlns:p14="http://schemas.microsoft.com/office/powerpoint/2010/main" val="2510495599"/>
              </p:ext>
            </p:extLst>
          </p:nvPr>
        </p:nvGraphicFramePr>
        <p:xfrm>
          <a:off x="395287" y="1402597"/>
          <a:ext cx="11399837" cy="476642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49065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F3938-8CA6-732C-6F55-328B5A7DCDB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FD4F93E-1523-59C9-5CFF-6DD041F3AAE7}"/>
              </a:ext>
            </a:extLst>
          </p:cNvPr>
          <p:cNvSpPr>
            <a:spLocks noGrp="1"/>
          </p:cNvSpPr>
          <p:nvPr>
            <p:ph type="title"/>
          </p:nvPr>
        </p:nvSpPr>
        <p:spPr/>
        <p:txBody>
          <a:bodyPr/>
          <a:lstStyle/>
          <a:p>
            <a:r>
              <a:rPr lang="da-DK" dirty="0"/>
              <a:t>Infografik</a:t>
            </a:r>
          </a:p>
        </p:txBody>
      </p:sp>
      <p:sp>
        <p:nvSpPr>
          <p:cNvPr id="3" name="Pladsholder til dato 2">
            <a:extLst>
              <a:ext uri="{FF2B5EF4-FFF2-40B4-BE49-F238E27FC236}">
                <a16:creationId xmlns:a16="http://schemas.microsoft.com/office/drawing/2014/main" id="{6E5AC434-8B57-FC2D-6C84-DB324035552E}"/>
              </a:ext>
            </a:extLst>
          </p:cNvPr>
          <p:cNvSpPr>
            <a:spLocks noGrp="1"/>
          </p:cNvSpPr>
          <p:nvPr>
            <p:ph type="dt" sz="half" idx="10"/>
          </p:nvPr>
        </p:nvSpPr>
        <p:spPr/>
        <p:txBody>
          <a:bodyPr/>
          <a:lstStyle/>
          <a:p>
            <a:fld id="{727BBD34-DD59-49E1-9776-D67684F06344}" type="datetime4">
              <a:rPr lang="da-DK" smtClean="0"/>
              <a:pPr/>
              <a:t>26-09-23</a:t>
            </a:fld>
            <a:endParaRPr lang="da-DK" dirty="0"/>
          </a:p>
        </p:txBody>
      </p:sp>
      <p:sp>
        <p:nvSpPr>
          <p:cNvPr id="4" name="Pladsholder til sidefod 3">
            <a:extLst>
              <a:ext uri="{FF2B5EF4-FFF2-40B4-BE49-F238E27FC236}">
                <a16:creationId xmlns:a16="http://schemas.microsoft.com/office/drawing/2014/main" id="{758873F3-EE4C-7CBA-145E-90E68C6595E8}"/>
              </a:ext>
            </a:extLst>
          </p:cNvPr>
          <p:cNvSpPr>
            <a:spLocks noGrp="1"/>
          </p:cNvSpPr>
          <p:nvPr>
            <p:ph type="ftr" sz="quarter" idx="11"/>
          </p:nvPr>
        </p:nvSpPr>
        <p:spPr/>
        <p:txBody>
          <a:bodyPr/>
          <a:lstStyle/>
          <a:p>
            <a:endParaRPr lang="da-DK" dirty="0"/>
          </a:p>
        </p:txBody>
      </p:sp>
      <p:sp>
        <p:nvSpPr>
          <p:cNvPr id="5" name="Pladsholder til slidenummer 4">
            <a:extLst>
              <a:ext uri="{FF2B5EF4-FFF2-40B4-BE49-F238E27FC236}">
                <a16:creationId xmlns:a16="http://schemas.microsoft.com/office/drawing/2014/main" id="{C40B7685-11E7-64D9-04AF-B9E36C1F99A4}"/>
              </a:ext>
            </a:extLst>
          </p:cNvPr>
          <p:cNvSpPr>
            <a:spLocks noGrp="1"/>
          </p:cNvSpPr>
          <p:nvPr>
            <p:ph type="sldNum" sz="quarter" idx="12"/>
          </p:nvPr>
        </p:nvSpPr>
        <p:spPr/>
        <p:txBody>
          <a:bodyPr/>
          <a:lstStyle/>
          <a:p>
            <a:fld id="{23AA811B-2EBD-4900-905E-5BE206449611}" type="slidenum">
              <a:rPr lang="da-DK" smtClean="0"/>
              <a:pPr/>
              <a:t>23</a:t>
            </a:fld>
            <a:endParaRPr lang="da-DK" dirty="0"/>
          </a:p>
        </p:txBody>
      </p:sp>
      <p:graphicFrame>
        <p:nvGraphicFramePr>
          <p:cNvPr id="6" name="Diagram 5">
            <a:extLst>
              <a:ext uri="{FF2B5EF4-FFF2-40B4-BE49-F238E27FC236}">
                <a16:creationId xmlns:a16="http://schemas.microsoft.com/office/drawing/2014/main" id="{E6E1510F-43CF-8CA0-EE19-15F3DBD5EF39}"/>
              </a:ext>
            </a:extLst>
          </p:cNvPr>
          <p:cNvGraphicFramePr/>
          <p:nvPr>
            <p:extLst>
              <p:ext uri="{D42A27DB-BD31-4B8C-83A1-F6EECF244321}">
                <p14:modId xmlns:p14="http://schemas.microsoft.com/office/powerpoint/2010/main" val="3199890814"/>
              </p:ext>
            </p:extLst>
          </p:nvPr>
        </p:nvGraphicFramePr>
        <p:xfrm>
          <a:off x="395287" y="1402597"/>
          <a:ext cx="5618163" cy="4766428"/>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cx1="http://schemas.microsoft.com/office/drawing/2015/9/8/chartex">
        <mc:Choice Requires="cx1">
          <p:graphicFrame>
            <p:nvGraphicFramePr>
              <p:cNvPr id="7" name="Diagram 6">
                <a:extLst>
                  <a:ext uri="{FF2B5EF4-FFF2-40B4-BE49-F238E27FC236}">
                    <a16:creationId xmlns:a16="http://schemas.microsoft.com/office/drawing/2014/main" id="{474D8964-E1C3-62FC-5380-249367318CB6}"/>
                  </a:ext>
                </a:extLst>
              </p:cNvPr>
              <p:cNvGraphicFramePr/>
              <p:nvPr>
                <p:extLst>
                  <p:ext uri="{D42A27DB-BD31-4B8C-83A1-F6EECF244321}">
                    <p14:modId xmlns:p14="http://schemas.microsoft.com/office/powerpoint/2010/main" val="2067499532"/>
                  </p:ext>
                </p:extLst>
              </p:nvPr>
            </p:nvGraphicFramePr>
            <p:xfrm>
              <a:off x="6168008" y="1402597"/>
              <a:ext cx="5618163" cy="4766428"/>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7" name="Diagram 6">
                <a:extLst>
                  <a:ext uri="{FF2B5EF4-FFF2-40B4-BE49-F238E27FC236}">
                    <a16:creationId xmlns:a16="http://schemas.microsoft.com/office/drawing/2014/main" id="{474D8964-E1C3-62FC-5380-249367318CB6}"/>
                  </a:ext>
                </a:extLst>
              </p:cNvPr>
              <p:cNvPicPr>
                <a:picLocks noGrp="1" noRot="1" noChangeAspect="1" noMove="1" noResize="1" noEditPoints="1" noAdjustHandles="1" noChangeArrowheads="1" noChangeShapeType="1"/>
              </p:cNvPicPr>
              <p:nvPr/>
            </p:nvPicPr>
            <p:blipFill>
              <a:blip r:embed="rId4"/>
              <a:stretch>
                <a:fillRect/>
              </a:stretch>
            </p:blipFill>
            <p:spPr>
              <a:xfrm>
                <a:off x="6168008" y="1402597"/>
                <a:ext cx="5618163" cy="4766428"/>
              </a:xfrm>
              <a:prstGeom prst="rect">
                <a:avLst/>
              </a:prstGeom>
            </p:spPr>
          </p:pic>
        </mc:Fallback>
      </mc:AlternateContent>
    </p:spTree>
    <p:extLst>
      <p:ext uri="{BB962C8B-B14F-4D97-AF65-F5344CB8AC3E}">
        <p14:creationId xmlns:p14="http://schemas.microsoft.com/office/powerpoint/2010/main" val="3707004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994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AF613A-CF87-B0CC-B18F-9A219BAC7FE8}"/>
              </a:ext>
            </a:extLst>
          </p:cNvPr>
          <p:cNvSpPr>
            <a:spLocks noGrp="1"/>
          </p:cNvSpPr>
          <p:nvPr>
            <p:ph type="dt" sz="half" idx="15"/>
          </p:nvPr>
        </p:nvSpPr>
        <p:spPr/>
        <p:txBody>
          <a:bodyPr/>
          <a:lstStyle/>
          <a:p>
            <a:fld id="{1D736BE2-FA01-468E-9EB3-D707920AA64D}" type="datetime4">
              <a:rPr lang="da-DK" smtClean="0"/>
              <a:t>26-09-23</a:t>
            </a:fld>
            <a:endParaRPr lang="da-DK" dirty="0"/>
          </a:p>
        </p:txBody>
      </p:sp>
      <p:sp>
        <p:nvSpPr>
          <p:cNvPr id="3" name="Footer Placeholder 2">
            <a:extLst>
              <a:ext uri="{FF2B5EF4-FFF2-40B4-BE49-F238E27FC236}">
                <a16:creationId xmlns:a16="http://schemas.microsoft.com/office/drawing/2014/main" id="{E90AC35F-89B6-47A3-138E-E769D921F5B6}"/>
              </a:ext>
            </a:extLst>
          </p:cNvPr>
          <p:cNvSpPr>
            <a:spLocks noGrp="1"/>
          </p:cNvSpPr>
          <p:nvPr>
            <p:ph type="ftr" sz="quarter" idx="16"/>
          </p:nvPr>
        </p:nvSpPr>
        <p:spPr/>
        <p:txBody>
          <a:bodyPr/>
          <a:lstStyle/>
          <a:p>
            <a:endParaRPr lang="da-DK" dirty="0"/>
          </a:p>
        </p:txBody>
      </p:sp>
      <p:sp>
        <p:nvSpPr>
          <p:cNvPr id="4" name="Slide Number Placeholder 3">
            <a:extLst>
              <a:ext uri="{FF2B5EF4-FFF2-40B4-BE49-F238E27FC236}">
                <a16:creationId xmlns:a16="http://schemas.microsoft.com/office/drawing/2014/main" id="{516C1269-14C3-F3FB-950F-F80E131FF027}"/>
              </a:ext>
            </a:extLst>
          </p:cNvPr>
          <p:cNvSpPr>
            <a:spLocks noGrp="1"/>
          </p:cNvSpPr>
          <p:nvPr>
            <p:ph type="sldNum" sz="quarter" idx="17"/>
          </p:nvPr>
        </p:nvSpPr>
        <p:spPr/>
        <p:txBody>
          <a:bodyPr/>
          <a:lstStyle/>
          <a:p>
            <a:fld id="{23AA811B-2EBD-4900-905E-5BE206449611}" type="slidenum">
              <a:rPr lang="da-DK" smtClean="0"/>
              <a:pPr/>
              <a:t>25</a:t>
            </a:fld>
            <a:endParaRPr lang="da-DK" dirty="0"/>
          </a:p>
        </p:txBody>
      </p:sp>
    </p:spTree>
    <p:extLst>
      <p:ext uri="{BB962C8B-B14F-4D97-AF65-F5344CB8AC3E}">
        <p14:creationId xmlns:p14="http://schemas.microsoft.com/office/powerpoint/2010/main" val="3638516412"/>
      </p:ext>
    </p:extLst>
  </p:cSld>
  <p:clrMapOvr>
    <a:masterClrMapping/>
  </p:clrMapOvr>
</p:sld>
</file>

<file path=ppt/theme/theme1.xml><?xml version="1.0" encoding="utf-8"?>
<a:theme xmlns:a="http://schemas.openxmlformats.org/drawingml/2006/main" name="Clever 2025 (16-9)">
  <a:themeElements>
    <a:clrScheme name="Friheden 2025">
      <a:dk1>
        <a:srgbClr val="000000"/>
      </a:dk1>
      <a:lt1>
        <a:srgbClr val="FFFFFF"/>
      </a:lt1>
      <a:dk2>
        <a:srgbClr val="699B82"/>
      </a:dk2>
      <a:lt2>
        <a:srgbClr val="003732"/>
      </a:lt2>
      <a:accent1>
        <a:srgbClr val="003732"/>
      </a:accent1>
      <a:accent2>
        <a:srgbClr val="699B82"/>
      </a:accent2>
      <a:accent3>
        <a:srgbClr val="FBBA16"/>
      </a:accent3>
      <a:accent4>
        <a:srgbClr val="F57455"/>
      </a:accent4>
      <a:accent5>
        <a:srgbClr val="9B99E2"/>
      </a:accent5>
      <a:accent6>
        <a:srgbClr val="B2D0F3"/>
      </a:accent6>
      <a:hlink>
        <a:srgbClr val="000000"/>
      </a:hlink>
      <a:folHlink>
        <a:srgbClr val="000000"/>
      </a:folHlink>
    </a:clrScheme>
    <a:fontScheme name="Custom 4">
      <a:majorFont>
        <a:latin typeface="Clever Sans OFFC"/>
        <a:ea typeface=""/>
        <a:cs typeface=""/>
      </a:majorFont>
      <a:minorFont>
        <a:latin typeface="Clever Sans OFF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1600" noProof="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a:defPPr>
      </a:lstStyle>
    </a:txDef>
  </a:objectDefaults>
  <a:extraClrSchemeLst/>
  <a:custClrLst>
    <a:custClr name="Core green">
      <a:srgbClr val="003732"/>
    </a:custClr>
    <a:custClr name="White">
      <a:srgbClr val="FFFFFF"/>
    </a:custClr>
    <a:custClr name="Yellow">
      <a:srgbClr val="FBBA16"/>
    </a:custClr>
    <a:custClr name="Blue">
      <a:srgbClr val="B2D0F3"/>
    </a:custClr>
    <a:custClr name="Purple">
      <a:srgbClr val="9B99E2"/>
    </a:custClr>
    <a:custClr name="Orange">
      <a:srgbClr val="F57455"/>
    </a:custClr>
    <a:custClr name="Warm Grey Dark 01">
      <a:srgbClr val="DCDAD5"/>
    </a:custClr>
    <a:custClr name="White">
      <a:srgbClr val="FFFFFF"/>
    </a:custClr>
    <a:custClr name="White">
      <a:srgbClr val="FFFFFF"/>
    </a:custClr>
    <a:custClr name="White">
      <a:srgbClr val="FFFFFF"/>
    </a:custClr>
    <a:custClr name="Secondary ">
      <a:srgbClr val="F1EFE4"/>
    </a:custClr>
    <a:custClr name="Warm grey">
      <a:srgbClr val="F5F4F2"/>
    </a:custClr>
    <a:custClr name="Light yellow">
      <a:srgbClr val="FAE3B0"/>
    </a:custClr>
    <a:custClr name="Light blue">
      <a:srgbClr val="E2ECF9"/>
    </a:custClr>
    <a:custClr name="Light purple">
      <a:srgbClr val="D7D7F2"/>
    </a:custClr>
    <a:custClr name="Light orange">
      <a:srgbClr val="F5CBBD"/>
    </a:custClr>
    <a:custClr name="Warm Grey Dark 02">
      <a:srgbClr val="D0CBC7"/>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Clever-Skabelon-190226" id="{36620006-D76E-1C4E-B94B-5E3C445A1F70}" vid="{3138EADD-7663-664D-8D2C-5969B2928220}"/>
    </a:ext>
  </a:extLst>
</a:theme>
</file>

<file path=ppt/theme/theme2.xml><?xml version="1.0" encoding="utf-8"?>
<a:theme xmlns:a="http://schemas.openxmlformats.org/drawingml/2006/main" name="Office-tema">
  <a:themeElements>
    <a:clrScheme name="Kontor">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Clever Sans OFFC"/>
        <a:ea typeface=""/>
        <a:cs typeface=""/>
      </a:majorFont>
      <a:minorFont>
        <a:latin typeface="Clever Sans OFFC"/>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Core green">
      <a:srgbClr val="003732"/>
    </a:custClr>
    <a:custClr name="White">
      <a:srgbClr val="FFFFFF"/>
    </a:custClr>
    <a:custClr name="Yellow">
      <a:srgbClr val="FBBA16"/>
    </a:custClr>
    <a:custClr name="Blue">
      <a:srgbClr val="B2D0F3"/>
    </a:custClr>
    <a:custClr name="Purple">
      <a:srgbClr val="9B99E2"/>
    </a:custClr>
    <a:custClr name="Orange">
      <a:srgbClr val="F57455"/>
    </a:custClr>
    <a:custClr name="Warm Grey Dark 01">
      <a:srgbClr val="DCDAD5"/>
    </a:custClr>
    <a:custClr name="White">
      <a:srgbClr val="FFFFFF"/>
    </a:custClr>
    <a:custClr name="White">
      <a:srgbClr val="FFFFFF"/>
    </a:custClr>
    <a:custClr name="White">
      <a:srgbClr val="FFFFFF"/>
    </a:custClr>
    <a:custClr name="Secondary ">
      <a:srgbClr val="F1EFE4"/>
    </a:custClr>
    <a:custClr name="Warm grey">
      <a:srgbClr val="F5F4F2"/>
    </a:custClr>
    <a:custClr name="Light yellow">
      <a:srgbClr val="FAE3B0"/>
    </a:custClr>
    <a:custClr name="Light blue">
      <a:srgbClr val="E2ECF9"/>
    </a:custClr>
    <a:custClr name="Light purple">
      <a:srgbClr val="D7D7F2"/>
    </a:custClr>
    <a:custClr name="Light orange">
      <a:srgbClr val="F5CBBD"/>
    </a:custClr>
    <a:custClr name="Warm Grey Dark 02">
      <a:srgbClr val="D0CBC7"/>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Clever Sans OFFC"/>
        <a:ea typeface=""/>
        <a:cs typeface=""/>
      </a:majorFont>
      <a:minorFont>
        <a:latin typeface="Clever Sans OFF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Core green">
      <a:srgbClr val="003732"/>
    </a:custClr>
    <a:custClr name="White">
      <a:srgbClr val="FFFFFF"/>
    </a:custClr>
    <a:custClr name="Yellow">
      <a:srgbClr val="FBBA16"/>
    </a:custClr>
    <a:custClr name="Blue">
      <a:srgbClr val="B2D0F3"/>
    </a:custClr>
    <a:custClr name="Purple">
      <a:srgbClr val="9B99E2"/>
    </a:custClr>
    <a:custClr name="Orange">
      <a:srgbClr val="F57455"/>
    </a:custClr>
    <a:custClr name="Warm Grey Dark 01">
      <a:srgbClr val="DCDAD5"/>
    </a:custClr>
    <a:custClr name="White">
      <a:srgbClr val="FFFFFF"/>
    </a:custClr>
    <a:custClr name="White">
      <a:srgbClr val="FFFFFF"/>
    </a:custClr>
    <a:custClr name="White">
      <a:srgbClr val="FFFFFF"/>
    </a:custClr>
    <a:custClr name="Secondary ">
      <a:srgbClr val="F1EFE4"/>
    </a:custClr>
    <a:custClr name="Warm grey">
      <a:srgbClr val="F5F4F2"/>
    </a:custClr>
    <a:custClr name="Light yellow">
      <a:srgbClr val="FAE3B0"/>
    </a:custClr>
    <a:custClr name="Light blue">
      <a:srgbClr val="E2ECF9"/>
    </a:custClr>
    <a:custClr name="Light purple">
      <a:srgbClr val="D7D7F2"/>
    </a:custClr>
    <a:custClr name="Light orange">
      <a:srgbClr val="F5CBBD"/>
    </a:custClr>
    <a:custClr name="Warm Grey Dark 02">
      <a:srgbClr val="D0CBC7"/>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5988cc8-4e36-4f2d-848f-4b34c7123c58">
      <Terms xmlns="http://schemas.microsoft.com/office/infopath/2007/PartnerControls"/>
    </lcf76f155ced4ddcb4097134ff3c332f>
    <TaxCatchAll xmlns="54621949-0490-42bd-b017-ed5e183f911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DBD246E9F2D5D44BA44C21BF2B7546FF" ma:contentTypeVersion="9" ma:contentTypeDescription="Opret et nyt dokument." ma:contentTypeScope="" ma:versionID="22d62cc6e7539b1cdd9733c16bb64e89">
  <xsd:schema xmlns:xsd="http://www.w3.org/2001/XMLSchema" xmlns:xs="http://www.w3.org/2001/XMLSchema" xmlns:p="http://schemas.microsoft.com/office/2006/metadata/properties" xmlns:ns2="05988cc8-4e36-4f2d-848f-4b34c7123c58" xmlns:ns3="54621949-0490-42bd-b017-ed5e183f9111" targetNamespace="http://schemas.microsoft.com/office/2006/metadata/properties" ma:root="true" ma:fieldsID="70a45953d12ba62595616ae72fed7113" ns2:_="" ns3:_="">
    <xsd:import namespace="05988cc8-4e36-4f2d-848f-4b34c7123c58"/>
    <xsd:import namespace="54621949-0490-42bd-b017-ed5e183f911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988cc8-4e36-4f2d-848f-4b34c7123c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ledmærker" ma:readOnly="false" ma:fieldId="{5cf76f15-5ced-4ddc-b409-7134ff3c332f}" ma:taxonomyMulti="true" ma:sspId="24408dc4-24d6-4a1c-b12a-e71b54098e25"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621949-0490-42bd-b017-ed5e183f911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191d0d4-cdff-488c-ae88-d348068bcf99}" ma:internalName="TaxCatchAll" ma:showField="CatchAllData" ma:web="54621949-0490-42bd-b017-ed5e183f91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C4716F-59E6-4170-96CA-641CC270C5EF}">
  <ds:schemaRefs>
    <ds:schemaRef ds:uri="http://schemas.microsoft.com/sharepoint/v3/contenttype/forms"/>
  </ds:schemaRefs>
</ds:datastoreItem>
</file>

<file path=customXml/itemProps2.xml><?xml version="1.0" encoding="utf-8"?>
<ds:datastoreItem xmlns:ds="http://schemas.openxmlformats.org/officeDocument/2006/customXml" ds:itemID="{EFCEB391-1FDD-4B6C-BD49-8F4E0D780E9D}">
  <ds:schemaRefs>
    <ds:schemaRef ds:uri="http://purl.org/dc/terms/"/>
    <ds:schemaRef ds:uri="http://schemas.openxmlformats.org/package/2006/metadata/core-properties"/>
    <ds:schemaRef ds:uri="8bd38725-f4a0-4ba5-8ab6-826143f2f247"/>
    <ds:schemaRef ds:uri="http://schemas.microsoft.com/office/2006/documentManagement/types"/>
    <ds:schemaRef ds:uri="http://schemas.microsoft.com/office/infopath/2007/PartnerControls"/>
    <ds:schemaRef ds:uri="http://purl.org/dc/elements/1.1/"/>
    <ds:schemaRef ds:uri="http://schemas.microsoft.com/office/2006/metadata/properties"/>
    <ds:schemaRef ds:uri="2340c65b-8285-4a2f-9ae8-15dfefeb613a"/>
    <ds:schemaRef ds:uri="http://www.w3.org/XML/1998/namespace"/>
    <ds:schemaRef ds:uri="http://purl.org/dc/dcmitype/"/>
    <ds:schemaRef ds:uri="05988cc8-4e36-4f2d-848f-4b34c7123c58"/>
    <ds:schemaRef ds:uri="54621949-0490-42bd-b017-ed5e183f9111"/>
  </ds:schemaRefs>
</ds:datastoreItem>
</file>

<file path=customXml/itemProps3.xml><?xml version="1.0" encoding="utf-8"?>
<ds:datastoreItem xmlns:ds="http://schemas.openxmlformats.org/officeDocument/2006/customXml" ds:itemID="{A8B26069-BB20-4488-9816-443E4578F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988cc8-4e36-4f2d-848f-4b34c7123c58"/>
    <ds:schemaRef ds:uri="54621949-0490-42bd-b017-ed5e183f91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Clever 2025 (16-9)</Template>
  <TotalTime>0</TotalTime>
  <Words>1810</Words>
  <Application>Microsoft Macintosh PowerPoint</Application>
  <PresentationFormat>Widescreen</PresentationFormat>
  <Paragraphs>155</Paragraphs>
  <Slides>25</Slides>
  <Notes>0</Notes>
  <HiddenSlides>4</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25</vt:i4>
      </vt:variant>
    </vt:vector>
  </HeadingPairs>
  <TitlesOfParts>
    <vt:vector size="27" baseType="lpstr">
      <vt:lpstr>Clever Sans OFFC</vt:lpstr>
      <vt:lpstr>Clever 2025 (16-9)</vt:lpstr>
      <vt:lpstr>Præsentation</vt:lpstr>
      <vt:lpstr>Hej!</vt:lpstr>
      <vt:lpstr>PowerPoint Presentation</vt:lpstr>
      <vt:lpstr>PowerPoint Presentation</vt:lpstr>
      <vt:lpstr>Velkommen til</vt:lpstr>
      <vt:lpstr>Velkommen til</vt:lpstr>
      <vt:lpstr>PowerPoint Presentation</vt:lpstr>
      <vt:lpstr>PowerPoint Presentation</vt:lpstr>
      <vt:lpstr>Vi accelererer fremtidens bæredygtige mobilitet – ved at inspirere alle til at vælge elbil.</vt:lpstr>
      <vt:lpstr>Velkommen til friheden.</vt:lpstr>
      <vt:lpstr>Det er friheden der gør forskellen.</vt:lpstr>
      <vt:lpstr>Clever er frihed. God energi. Og viljen til at skabe forandring.</vt:lpstr>
      <vt:lpstr>Clever er frihed. God energi. Og viljen til at skabe forandring.</vt:lpstr>
      <vt:lpstr>Clever er frihed. God energi. Og viljen til at skabe forandring.</vt:lpstr>
      <vt:lpstr>Det er friheden, der gør forskellen.</vt:lpstr>
      <vt:lpstr>PowerPoint Presentation</vt:lpstr>
      <vt:lpstr>PowerPoint Presentation</vt:lpstr>
      <vt:lpstr>Et univers af opladning</vt:lpstr>
      <vt:lpstr>Et univers af opladning</vt:lpstr>
      <vt:lpstr>Nem opladning til din elbil</vt:lpstr>
      <vt:lpstr>Nem opladning til din elbil</vt:lpstr>
      <vt:lpstr>Infografik</vt:lpstr>
      <vt:lpstr>Infografik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Simon Mathias Hansen</dc:creator>
  <cp:lastModifiedBy>Simon Mathias Hansen</cp:lastModifiedBy>
  <cp:revision>1</cp:revision>
  <dcterms:created xsi:type="dcterms:W3CDTF">2026-09-23T07:08:17Z</dcterms:created>
  <dcterms:modified xsi:type="dcterms:W3CDTF">2026-09-23T07:08:31Z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omnidocs.com</vt:lpwstr>
  </property>
  <property fmtid="{D5CDD505-2E9C-101B-9397-08002B2CF9AE}" pid="3" name="SavedOnce">
    <vt:lpwstr>true</vt:lpwstr>
  </property>
  <property fmtid="{D5CDD505-2E9C-101B-9397-08002B2CF9AE}" pid="4" name="ContentTypeId">
    <vt:lpwstr>0x010100DBD246E9F2D5D44BA44C21BF2B7546FF</vt:lpwstr>
  </property>
  <property fmtid="{D5CDD505-2E9C-101B-9397-08002B2CF9AE}" pid="5" name="MediaServiceImageTags">
    <vt:lpwstr/>
  </property>
</Properties>
</file>